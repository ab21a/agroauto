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slideLayouts/slideLayout8.xml" ContentType="application/vnd.openxmlformats-officedocument.presentationml.slideLayout+xml"/>
  <Override PartName="/ppt/theme/theme6.xml" ContentType="application/vnd.openxmlformats-officedocument.theme+xml"/>
  <Override PartName="/ppt/slideLayouts/slideLayout9.xml" ContentType="application/vnd.openxmlformats-officedocument.presentationml.slideLayout+xml"/>
  <Override PartName="/ppt/theme/theme7.xml" ContentType="application/vnd.openxmlformats-officedocument.theme+xml"/>
  <Override PartName="/ppt/slideLayouts/slideLayout10.xml" ContentType="application/vnd.openxmlformats-officedocument.presentationml.slideLayout+xml"/>
  <Override PartName="/ppt/theme/theme8.xml" ContentType="application/vnd.openxmlformats-officedocument.theme+xml"/>
  <Override PartName="/ppt/slideLayouts/slideLayout11.xml" ContentType="application/vnd.openxmlformats-officedocument.presentationml.slideLayout+xml"/>
  <Override PartName="/ppt/theme/theme9.xml" ContentType="application/vnd.openxmlformats-officedocument.theme+xml"/>
  <Override PartName="/ppt/slideLayouts/slideLayout12.xml" ContentType="application/vnd.openxmlformats-officedocument.presentationml.slideLayout+xml"/>
  <Override PartName="/ppt/theme/theme10.xml" ContentType="application/vnd.openxmlformats-officedocument.theme+xml"/>
  <Override PartName="/ppt/slideLayouts/slideLayout13.xml" ContentType="application/vnd.openxmlformats-officedocument.presentationml.slideLayout+xml"/>
  <Override PartName="/ppt/theme/theme11.xml" ContentType="application/vnd.openxmlformats-officedocument.theme+xml"/>
  <Override PartName="/ppt/slideLayouts/slideLayout14.xml" ContentType="application/vnd.openxmlformats-officedocument.presentationml.slideLayout+xml"/>
  <Override PartName="/ppt/theme/theme12.xml" ContentType="application/vnd.openxmlformats-officedocument.theme+xml"/>
  <Override PartName="/ppt/slideLayouts/slideLayout15.xml" ContentType="application/vnd.openxmlformats-officedocument.presentationml.slideLayout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theme/theme14.xml" ContentType="application/vnd.openxmlformats-officedocument.theme+xml"/>
  <Override PartName="/ppt/slideLayouts/slideLayout17.xml" ContentType="application/vnd.openxmlformats-officedocument.presentationml.slideLayout+xml"/>
  <Override PartName="/ppt/theme/theme15.xml" ContentType="application/vnd.openxmlformats-officedocument.theme+xml"/>
  <Override PartName="/ppt/slideLayouts/slideLayout18.xml" ContentType="application/vnd.openxmlformats-officedocument.presentationml.slideLayout+xml"/>
  <Override PartName="/ppt/theme/theme16.xml" ContentType="application/vnd.openxmlformats-officedocument.theme+xml"/>
  <Override PartName="/ppt/slideLayouts/slideLayout19.xml" ContentType="application/vnd.openxmlformats-officedocument.presentationml.slideLayout+xml"/>
  <Override PartName="/ppt/theme/theme17.xml" ContentType="application/vnd.openxmlformats-officedocument.theme+xml"/>
  <Override PartName="/ppt/theme/theme1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60" r:id="rId6"/>
    <p:sldMasterId id="2147483662" r:id="rId7"/>
    <p:sldMasterId id="2147483664" r:id="rId8"/>
    <p:sldMasterId id="2147483666" r:id="rId9"/>
    <p:sldMasterId id="2147483668" r:id="rId10"/>
    <p:sldMasterId id="2147483670" r:id="rId11"/>
    <p:sldMasterId id="2147483672" r:id="rId12"/>
    <p:sldMasterId id="2147483674" r:id="rId13"/>
    <p:sldMasterId id="2147483676" r:id="rId14"/>
    <p:sldMasterId id="2147483678" r:id="rId15"/>
    <p:sldMasterId id="2147483680" r:id="rId16"/>
    <p:sldMasterId id="2147483682" r:id="rId17"/>
  </p:sldMasterIdLst>
  <p:notesMasterIdLst>
    <p:notesMasterId r:id="rId45"/>
  </p:notes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5" r:id="rId34"/>
    <p:sldId id="276" r:id="rId35"/>
    <p:sldId id="277" r:id="rId36"/>
    <p:sldId id="280" r:id="rId37"/>
    <p:sldId id="273" r:id="rId38"/>
    <p:sldId id="282" r:id="rId39"/>
    <p:sldId id="283" r:id="rId40"/>
    <p:sldId id="284" r:id="rId41"/>
    <p:sldId id="279" r:id="rId42"/>
    <p:sldId id="274" r:id="rId43"/>
    <p:sldId id="281" r:id="rId44"/>
  </p:sldIdLst>
  <p:sldSz cx="12192000" cy="685800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66"/>
    <a:srgbClr val="12649C"/>
    <a:srgbClr val="5A81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1.xml"/><Relationship Id="rId26" Type="http://schemas.openxmlformats.org/officeDocument/2006/relationships/slide" Target="slides/slide9.xml"/><Relationship Id="rId39" Type="http://schemas.openxmlformats.org/officeDocument/2006/relationships/slide" Target="slides/slide22.xml"/><Relationship Id="rId21" Type="http://schemas.openxmlformats.org/officeDocument/2006/relationships/slide" Target="slides/slide4.xml"/><Relationship Id="rId34" Type="http://schemas.openxmlformats.org/officeDocument/2006/relationships/slide" Target="slides/slide17.xml"/><Relationship Id="rId42" Type="http://schemas.openxmlformats.org/officeDocument/2006/relationships/slide" Target="slides/slide25.xml"/><Relationship Id="rId47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" Target="slides/slide12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7.xml"/><Relationship Id="rId32" Type="http://schemas.openxmlformats.org/officeDocument/2006/relationships/slide" Target="slides/slide15.xml"/><Relationship Id="rId37" Type="http://schemas.openxmlformats.org/officeDocument/2006/relationships/slide" Target="slides/slide20.xml"/><Relationship Id="rId40" Type="http://schemas.openxmlformats.org/officeDocument/2006/relationships/slide" Target="slides/slide23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6.xml"/><Relationship Id="rId28" Type="http://schemas.openxmlformats.org/officeDocument/2006/relationships/slide" Target="slides/slide11.xml"/><Relationship Id="rId36" Type="http://schemas.openxmlformats.org/officeDocument/2006/relationships/slide" Target="slides/slide19.xml"/><Relationship Id="rId49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2.xml"/><Relationship Id="rId31" Type="http://schemas.openxmlformats.org/officeDocument/2006/relationships/slide" Target="slides/slide14.xml"/><Relationship Id="rId44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5.xml"/><Relationship Id="rId27" Type="http://schemas.openxmlformats.org/officeDocument/2006/relationships/slide" Target="slides/slide10.xml"/><Relationship Id="rId30" Type="http://schemas.openxmlformats.org/officeDocument/2006/relationships/slide" Target="slides/slide13.xml"/><Relationship Id="rId35" Type="http://schemas.openxmlformats.org/officeDocument/2006/relationships/slide" Target="slides/slide18.xml"/><Relationship Id="rId43" Type="http://schemas.openxmlformats.org/officeDocument/2006/relationships/slide" Target="slides/slide26.xml"/><Relationship Id="rId48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8.xml"/><Relationship Id="rId33" Type="http://schemas.openxmlformats.org/officeDocument/2006/relationships/slide" Target="slides/slide16.xml"/><Relationship Id="rId38" Type="http://schemas.openxmlformats.org/officeDocument/2006/relationships/slide" Target="slides/slide21.xml"/><Relationship Id="rId46" Type="http://schemas.openxmlformats.org/officeDocument/2006/relationships/presProps" Target="presProps.xml"/><Relationship Id="rId20" Type="http://schemas.openxmlformats.org/officeDocument/2006/relationships/slide" Target="slides/slide3.xml"/><Relationship Id="rId41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400" b="0" u="none" strike="noStrike">
                <a:solidFill>
                  <a:srgbClr val="000000"/>
                </a:solidFill>
                <a:uFillTx/>
                <a:latin typeface="Arial"/>
              </a:rPr>
              <a:t>Для перемещения страницы щёлкните мышью</a:t>
            </a:r>
          </a:p>
        </p:txBody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ru-RU" sz="2000" b="0" u="none" strike="noStrike">
                <a:solidFill>
                  <a:srgbClr val="000000"/>
                </a:solidFill>
                <a:uFillTx/>
                <a:latin typeface="Arial"/>
              </a:rPr>
              <a:t>Для правки формата примечаний щёлкните мышью</a:t>
            </a:r>
          </a:p>
        </p:txBody>
      </p:sp>
      <p:sp>
        <p:nvSpPr>
          <p:cNvPr id="35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355" name="PlaceHolder 4"/>
          <p:cNvSpPr>
            <a:spLocks noGrp="1"/>
          </p:cNvSpPr>
          <p:nvPr>
            <p:ph type="dt" idx="4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356" name="PlaceHolder 5"/>
          <p:cNvSpPr>
            <a:spLocks noGrp="1"/>
          </p:cNvSpPr>
          <p:nvPr>
            <p:ph type="ftr" idx="4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357" name="PlaceHolder 6"/>
          <p:cNvSpPr>
            <a:spLocks noGrp="1"/>
          </p:cNvSpPr>
          <p:nvPr>
            <p:ph type="sldNum" idx="4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262937C-6063-4736-9B08-B92E0FF5FE85}" type="slidenum"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pPr indent="0" algn="r">
              <a:buNone/>
            </a:pPr>
            <a:fld id="{C262937C-6063-4736-9B08-B92E0FF5FE85}" type="slidenum">
              <a:rPr lang="ru-RU" sz="1400" b="0" u="none" strike="noStrike" smtClean="0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lang="ru-RU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2458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pPr indent="0" algn="r">
              <a:buNone/>
            </a:pPr>
            <a:fld id="{C262937C-6063-4736-9B08-B92E0FF5FE85}" type="slidenum">
              <a:rPr lang="ru-RU" sz="1400" b="0" u="none" strike="noStrike" smtClean="0">
                <a:solidFill>
                  <a:srgbClr val="000000"/>
                </a:solidFill>
                <a:uFillTx/>
                <a:latin typeface="Times New Roman"/>
              </a:rPr>
              <a:t>3</a:t>
            </a:fld>
            <a:endParaRPr lang="ru-RU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84450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0345568-1078-46B4-9A13-36062C512FD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ubTitle"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2112CCB-70A6-40DE-8981-D3403C469A0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344D638B-BFFC-410C-9815-DFBFF196A50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BF0F04A2-CE37-4B61-AEA0-A7767FAECBB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87953AB7-190D-48BF-8272-DCB1BEF4AA7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6E9554E4-5DD7-46D1-B30B-B4D71A19C2D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084B2119-6F93-41DA-B0A8-AE773E3BD39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E26EBB3B-AD8A-4F1E-A1DF-C5012BFB3A2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A97B152B-DF77-400A-BFC2-FA043B0DAD3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C450FFC6-D06F-404A-881B-D54355C8516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FE5B3E13-70D9-42BE-B3A3-7B37120B957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lor and Typ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signed by Presentation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4904AD63-0AC1-4191-8945-9F617E0CB00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567C7628-C483-4B78-9489-A58200B812E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87F00538-AB55-4E2F-AB32-EBAD8FFDA31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1B0A110A-A5D9-4BCE-ADA3-F5A4D76764A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E82D299B-9312-428C-8E9D-DB1BB7777A1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5" Type="http://schemas.openxmlformats.org/officeDocument/2006/relationships/hyperlink" Target="http://www.presentationgo.com/" TargetMode="External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esentationgo.com/" TargetMode="External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4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png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.png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/>
          <p:nvPr/>
        </p:nvSpPr>
        <p:spPr>
          <a:xfrm>
            <a:off x="-7920" y="7007400"/>
            <a:ext cx="165060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</a:rPr>
              <a:t>© </a:t>
            </a: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  <a:hlinkClick r:id="rId3"/>
              </a:rPr>
              <a:t>presentationgo.com</a:t>
            </a:r>
            <a:endParaRPr lang="ru-RU" sz="11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6" name="Group 7"/>
          <p:cNvGrpSpPr/>
          <p:nvPr/>
        </p:nvGrpSpPr>
        <p:grpSpPr>
          <a:xfrm>
            <a:off x="-1652400" y="-16560"/>
            <a:ext cx="1562760" cy="608040"/>
            <a:chOff x="-1652400" y="-16560"/>
            <a:chExt cx="1562760" cy="608040"/>
          </a:xfrm>
        </p:grpSpPr>
        <p:sp>
          <p:nvSpPr>
            <p:cNvPr id="2" name="TextBox 8"/>
            <p:cNvSpPr/>
            <p:nvPr/>
          </p:nvSpPr>
          <p:spPr>
            <a:xfrm>
              <a:off x="-1652400" y="-16560"/>
              <a:ext cx="35964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By: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" name="TextBox 9"/>
            <p:cNvSpPr/>
            <p:nvPr/>
          </p:nvSpPr>
          <p:spPr>
            <a:xfrm>
              <a:off x="-558000" y="349200"/>
              <a:ext cx="46836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.com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4" name="Picture 10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>
            <a:xfrm>
              <a:off x="-1577160" y="196560"/>
              <a:ext cx="1404000" cy="1850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" name="Rectangle"/>
          <p:cNvSpPr/>
          <p:nvPr/>
        </p:nvSpPr>
        <p:spPr>
          <a:xfrm>
            <a:off x="0" y="0"/>
            <a:ext cx="12187440" cy="6856920"/>
          </a:xfrm>
          <a:prstGeom prst="rect">
            <a:avLst/>
          </a:prstGeom>
          <a:solidFill>
            <a:schemeClr val="dk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6" name="Shape"/>
          <p:cNvSpPr/>
          <p:nvPr/>
        </p:nvSpPr>
        <p:spPr>
          <a:xfrm>
            <a:off x="4469400" y="0"/>
            <a:ext cx="7721640" cy="6856920"/>
          </a:xfrm>
          <a:custGeom>
            <a:avLst/>
            <a:gdLst>
              <a:gd name="textAreaLeft" fmla="*/ 0 w 7721640"/>
              <a:gd name="textAreaRight" fmla="*/ 7722720 w 7721640"/>
              <a:gd name="textAreaTop" fmla="*/ 0 h 6856920"/>
              <a:gd name="textAreaBottom" fmla="*/ 6858000 h 685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5025" y="0"/>
                </a:moveTo>
                <a:lnTo>
                  <a:pt x="5025" y="4993"/>
                </a:lnTo>
                <a:lnTo>
                  <a:pt x="204" y="8377"/>
                </a:lnTo>
                <a:cubicBezTo>
                  <a:pt x="74" y="8471"/>
                  <a:pt x="0" y="8627"/>
                  <a:pt x="0" y="8795"/>
                </a:cubicBezTo>
                <a:lnTo>
                  <a:pt x="0" y="9599"/>
                </a:lnTo>
                <a:cubicBezTo>
                  <a:pt x="0" y="9985"/>
                  <a:pt x="379" y="10226"/>
                  <a:pt x="676" y="10017"/>
                </a:cubicBezTo>
                <a:lnTo>
                  <a:pt x="4359" y="7426"/>
                </a:lnTo>
                <a:cubicBezTo>
                  <a:pt x="4655" y="7217"/>
                  <a:pt x="5034" y="7458"/>
                  <a:pt x="5034" y="7844"/>
                </a:cubicBezTo>
                <a:lnTo>
                  <a:pt x="5034" y="7896"/>
                </a:lnTo>
                <a:cubicBezTo>
                  <a:pt x="5034" y="8063"/>
                  <a:pt x="4960" y="8231"/>
                  <a:pt x="4831" y="8314"/>
                </a:cubicBezTo>
                <a:lnTo>
                  <a:pt x="3507" y="9244"/>
                </a:lnTo>
                <a:cubicBezTo>
                  <a:pt x="3378" y="9338"/>
                  <a:pt x="3304" y="9494"/>
                  <a:pt x="3304" y="9662"/>
                </a:cubicBezTo>
                <a:lnTo>
                  <a:pt x="3304" y="10466"/>
                </a:lnTo>
                <a:cubicBezTo>
                  <a:pt x="3304" y="10852"/>
                  <a:pt x="3683" y="11092"/>
                  <a:pt x="3979" y="10884"/>
                </a:cubicBezTo>
                <a:lnTo>
                  <a:pt x="4377" y="10602"/>
                </a:lnTo>
                <a:cubicBezTo>
                  <a:pt x="4674" y="10393"/>
                  <a:pt x="5053" y="10633"/>
                  <a:pt x="5053" y="11019"/>
                </a:cubicBezTo>
                <a:lnTo>
                  <a:pt x="5053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5025" y="0"/>
                </a:lnTo>
                <a:close/>
              </a:path>
            </a:pathLst>
          </a:custGeom>
          <a:solidFill>
            <a:schemeClr val="accent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7" name="Shape"/>
          <p:cNvSpPr/>
          <p:nvPr/>
        </p:nvSpPr>
        <p:spPr>
          <a:xfrm>
            <a:off x="0" y="0"/>
            <a:ext cx="8949960" cy="6061680"/>
          </a:xfrm>
          <a:custGeom>
            <a:avLst/>
            <a:gdLst>
              <a:gd name="textAreaLeft" fmla="*/ 0 w 8949960"/>
              <a:gd name="textAreaRight" fmla="*/ 8951040 w 8949960"/>
              <a:gd name="textAreaTop" fmla="*/ 0 h 6061680"/>
              <a:gd name="textAreaBottom" fmla="*/ 6062760 h 60616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19260"/>
                </a:lnTo>
                <a:lnTo>
                  <a:pt x="0" y="19730"/>
                </a:lnTo>
                <a:lnTo>
                  <a:pt x="0" y="21600"/>
                </a:lnTo>
                <a:lnTo>
                  <a:pt x="5814" y="16285"/>
                </a:lnTo>
                <a:cubicBezTo>
                  <a:pt x="5927" y="16179"/>
                  <a:pt x="5991" y="16003"/>
                  <a:pt x="5991" y="15815"/>
                </a:cubicBezTo>
                <a:lnTo>
                  <a:pt x="5991" y="14569"/>
                </a:lnTo>
                <a:cubicBezTo>
                  <a:pt x="5991" y="14380"/>
                  <a:pt x="6055" y="14192"/>
                  <a:pt x="6167" y="14098"/>
                </a:cubicBezTo>
                <a:lnTo>
                  <a:pt x="21600" y="0"/>
                </a:lnTo>
                <a:close/>
              </a:path>
            </a:pathLst>
          </a:custGeom>
          <a:solidFill>
            <a:schemeClr val="lt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8" name="Shape"/>
          <p:cNvSpPr/>
          <p:nvPr/>
        </p:nvSpPr>
        <p:spPr>
          <a:xfrm>
            <a:off x="9848880" y="4752360"/>
            <a:ext cx="2342160" cy="1952640"/>
          </a:xfrm>
          <a:custGeom>
            <a:avLst/>
            <a:gdLst>
              <a:gd name="textAreaLeft" fmla="*/ 0 w 2342160"/>
              <a:gd name="textAreaRight" fmla="*/ 2343240 w 2342160"/>
              <a:gd name="textAreaTop" fmla="*/ 0 h 1952640"/>
              <a:gd name="textAreaBottom" fmla="*/ 1953720 h 1952640"/>
            </a:gdLst>
            <a:ahLst/>
            <a:cxnLst/>
            <a:rect l="textAreaLeft" t="textAreaTop" r="textAreaRight" b="textAreaBottom"/>
            <a:pathLst>
              <a:path w="21570" h="21170">
                <a:moveTo>
                  <a:pt x="2188" y="20921"/>
                </a:moveTo>
                <a:lnTo>
                  <a:pt x="21570" y="6723"/>
                </a:lnTo>
                <a:lnTo>
                  <a:pt x="21570" y="0"/>
                </a:lnTo>
                <a:lnTo>
                  <a:pt x="669" y="15306"/>
                </a:lnTo>
                <a:cubicBezTo>
                  <a:pt x="243" y="15628"/>
                  <a:pt x="0" y="16164"/>
                  <a:pt x="0" y="16736"/>
                </a:cubicBezTo>
                <a:lnTo>
                  <a:pt x="0" y="19490"/>
                </a:lnTo>
                <a:cubicBezTo>
                  <a:pt x="-30" y="20813"/>
                  <a:pt x="1216" y="21600"/>
                  <a:pt x="2188" y="20921"/>
                </a:cubicBezTo>
                <a:close/>
              </a:path>
            </a:pathLst>
          </a:custGeom>
          <a:solidFill>
            <a:schemeClr val="dk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9" name="Shape"/>
          <p:cNvSpPr/>
          <p:nvPr/>
        </p:nvSpPr>
        <p:spPr>
          <a:xfrm>
            <a:off x="0" y="4092480"/>
            <a:ext cx="1391760" cy="1109160"/>
          </a:xfrm>
          <a:custGeom>
            <a:avLst/>
            <a:gdLst>
              <a:gd name="textAreaLeft" fmla="*/ 0 w 1391760"/>
              <a:gd name="textAreaRight" fmla="*/ 1392840 w 1391760"/>
              <a:gd name="textAreaTop" fmla="*/ 0 h 1109160"/>
              <a:gd name="textAreaBottom" fmla="*/ 1110240 h 1109160"/>
            </a:gdLst>
            <a:ahLst/>
            <a:cxnLst/>
            <a:rect l="textAreaLeft" t="textAreaTop" r="textAreaRight" b="textAreaBottom"/>
            <a:pathLst>
              <a:path w="21600" h="20820">
                <a:moveTo>
                  <a:pt x="51" y="20820"/>
                </a:moveTo>
                <a:lnTo>
                  <a:pt x="20474" y="5409"/>
                </a:lnTo>
                <a:cubicBezTo>
                  <a:pt x="21191" y="4852"/>
                  <a:pt x="21600" y="3924"/>
                  <a:pt x="21600" y="2933"/>
                </a:cubicBezTo>
                <a:lnTo>
                  <a:pt x="21600" y="2933"/>
                </a:lnTo>
                <a:cubicBezTo>
                  <a:pt x="21600" y="644"/>
                  <a:pt x="19501" y="-780"/>
                  <a:pt x="17864" y="458"/>
                </a:cubicBezTo>
                <a:lnTo>
                  <a:pt x="0" y="13888"/>
                </a:lnTo>
                <a:lnTo>
                  <a:pt x="0" y="20820"/>
                </a:lnTo>
                <a:close/>
              </a:path>
            </a:pathLst>
          </a:custGeom>
          <a:solidFill>
            <a:schemeClr val="dk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  <a:lumMod val="50000"/>
                  </a:schemeClr>
                </a:solidFill>
                <a:uFillTx/>
                <a:latin typeface="Calibri"/>
                <a:ea typeface="DejaVu San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78DA4A9-F72D-4A60-8771-94CB190D1CA5}" type="slidenum">
              <a:rPr lang="ru-RU" sz="1200" b="0" u="none" strike="noStrike">
                <a:solidFill>
                  <a:schemeClr val="dk1">
                    <a:tint val="75000"/>
                    <a:lumMod val="50000"/>
                  </a:schemeClr>
                </a:solidFill>
                <a:uFillTx/>
                <a:latin typeface="Calibri"/>
                <a:ea typeface="DejaVu Sans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6"/>
          <p:cNvSpPr/>
          <p:nvPr/>
        </p:nvSpPr>
        <p:spPr>
          <a:xfrm>
            <a:off x="-7920" y="7007400"/>
            <a:ext cx="165060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</a:rPr>
              <a:t>© </a:t>
            </a: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  <a:hlinkClick r:id="rId3"/>
              </a:rPr>
              <a:t>presentationgo.com</a:t>
            </a:r>
            <a:endParaRPr lang="ru-RU" sz="11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8" name="Group 7"/>
          <p:cNvGrpSpPr/>
          <p:nvPr/>
        </p:nvGrpSpPr>
        <p:grpSpPr>
          <a:xfrm>
            <a:off x="-1652400" y="-16560"/>
            <a:ext cx="1562760" cy="608040"/>
            <a:chOff x="-1652400" y="-16560"/>
            <a:chExt cx="1562760" cy="608040"/>
          </a:xfrm>
        </p:grpSpPr>
        <p:sp>
          <p:nvSpPr>
            <p:cNvPr id="19" name="TextBox 8"/>
            <p:cNvSpPr/>
            <p:nvPr/>
          </p:nvSpPr>
          <p:spPr>
            <a:xfrm>
              <a:off x="-1652400" y="-16560"/>
              <a:ext cx="35964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By: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0" name="TextBox 9"/>
            <p:cNvSpPr/>
            <p:nvPr/>
          </p:nvSpPr>
          <p:spPr>
            <a:xfrm>
              <a:off x="-558000" y="349200"/>
              <a:ext cx="46836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.com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1" name="Picture 10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>
            <a:xfrm>
              <a:off x="-1577160" y="196560"/>
              <a:ext cx="1404000" cy="1850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2" name="Rectangle"/>
          <p:cNvSpPr/>
          <p:nvPr/>
        </p:nvSpPr>
        <p:spPr>
          <a:xfrm>
            <a:off x="0" y="0"/>
            <a:ext cx="12187440" cy="6856920"/>
          </a:xfrm>
          <a:prstGeom prst="rect">
            <a:avLst/>
          </a:prstGeom>
          <a:solidFill>
            <a:schemeClr val="dk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3" name="Shape"/>
          <p:cNvSpPr/>
          <p:nvPr/>
        </p:nvSpPr>
        <p:spPr>
          <a:xfrm>
            <a:off x="4469400" y="0"/>
            <a:ext cx="7721640" cy="6856920"/>
          </a:xfrm>
          <a:custGeom>
            <a:avLst/>
            <a:gdLst>
              <a:gd name="textAreaLeft" fmla="*/ 0 w 7721640"/>
              <a:gd name="textAreaRight" fmla="*/ 7722720 w 7721640"/>
              <a:gd name="textAreaTop" fmla="*/ 0 h 6856920"/>
              <a:gd name="textAreaBottom" fmla="*/ 6858000 h 685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5025" y="0"/>
                </a:moveTo>
                <a:lnTo>
                  <a:pt x="5025" y="4993"/>
                </a:lnTo>
                <a:lnTo>
                  <a:pt x="204" y="8377"/>
                </a:lnTo>
                <a:cubicBezTo>
                  <a:pt x="74" y="8471"/>
                  <a:pt x="0" y="8627"/>
                  <a:pt x="0" y="8795"/>
                </a:cubicBezTo>
                <a:lnTo>
                  <a:pt x="0" y="9599"/>
                </a:lnTo>
                <a:cubicBezTo>
                  <a:pt x="0" y="9985"/>
                  <a:pt x="379" y="10226"/>
                  <a:pt x="676" y="10017"/>
                </a:cubicBezTo>
                <a:lnTo>
                  <a:pt x="4359" y="7426"/>
                </a:lnTo>
                <a:cubicBezTo>
                  <a:pt x="4655" y="7217"/>
                  <a:pt x="5034" y="7458"/>
                  <a:pt x="5034" y="7844"/>
                </a:cubicBezTo>
                <a:lnTo>
                  <a:pt x="5034" y="7896"/>
                </a:lnTo>
                <a:cubicBezTo>
                  <a:pt x="5034" y="8063"/>
                  <a:pt x="4960" y="8231"/>
                  <a:pt x="4831" y="8314"/>
                </a:cubicBezTo>
                <a:lnTo>
                  <a:pt x="3507" y="9244"/>
                </a:lnTo>
                <a:cubicBezTo>
                  <a:pt x="3378" y="9338"/>
                  <a:pt x="3304" y="9494"/>
                  <a:pt x="3304" y="9662"/>
                </a:cubicBezTo>
                <a:lnTo>
                  <a:pt x="3304" y="10466"/>
                </a:lnTo>
                <a:cubicBezTo>
                  <a:pt x="3304" y="10852"/>
                  <a:pt x="3683" y="11092"/>
                  <a:pt x="3979" y="10884"/>
                </a:cubicBezTo>
                <a:lnTo>
                  <a:pt x="4377" y="10602"/>
                </a:lnTo>
                <a:cubicBezTo>
                  <a:pt x="4674" y="10393"/>
                  <a:pt x="5053" y="10633"/>
                  <a:pt x="5053" y="11019"/>
                </a:cubicBezTo>
                <a:lnTo>
                  <a:pt x="5053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5025" y="0"/>
                </a:lnTo>
                <a:close/>
              </a:path>
            </a:pathLst>
          </a:custGeom>
          <a:solidFill>
            <a:schemeClr val="accent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4" name="Shape"/>
          <p:cNvSpPr/>
          <p:nvPr/>
        </p:nvSpPr>
        <p:spPr>
          <a:xfrm>
            <a:off x="0" y="0"/>
            <a:ext cx="8949960" cy="6061680"/>
          </a:xfrm>
          <a:custGeom>
            <a:avLst/>
            <a:gdLst>
              <a:gd name="textAreaLeft" fmla="*/ 0 w 8949960"/>
              <a:gd name="textAreaRight" fmla="*/ 8951040 w 8949960"/>
              <a:gd name="textAreaTop" fmla="*/ 0 h 6061680"/>
              <a:gd name="textAreaBottom" fmla="*/ 6062760 h 60616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19260"/>
                </a:lnTo>
                <a:lnTo>
                  <a:pt x="0" y="19730"/>
                </a:lnTo>
                <a:lnTo>
                  <a:pt x="0" y="21600"/>
                </a:lnTo>
                <a:lnTo>
                  <a:pt x="5814" y="16285"/>
                </a:lnTo>
                <a:cubicBezTo>
                  <a:pt x="5927" y="16179"/>
                  <a:pt x="5991" y="16003"/>
                  <a:pt x="5991" y="15815"/>
                </a:cubicBezTo>
                <a:lnTo>
                  <a:pt x="5991" y="14569"/>
                </a:lnTo>
                <a:cubicBezTo>
                  <a:pt x="5991" y="14380"/>
                  <a:pt x="6055" y="14192"/>
                  <a:pt x="6167" y="14098"/>
                </a:cubicBezTo>
                <a:lnTo>
                  <a:pt x="21600" y="0"/>
                </a:lnTo>
                <a:close/>
              </a:path>
            </a:pathLst>
          </a:custGeom>
          <a:solidFill>
            <a:schemeClr val="lt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5" name="Shape"/>
          <p:cNvSpPr/>
          <p:nvPr/>
        </p:nvSpPr>
        <p:spPr>
          <a:xfrm>
            <a:off x="9848880" y="4752360"/>
            <a:ext cx="2342160" cy="1952640"/>
          </a:xfrm>
          <a:custGeom>
            <a:avLst/>
            <a:gdLst>
              <a:gd name="textAreaLeft" fmla="*/ 0 w 2342160"/>
              <a:gd name="textAreaRight" fmla="*/ 2343240 w 2342160"/>
              <a:gd name="textAreaTop" fmla="*/ 0 h 1952640"/>
              <a:gd name="textAreaBottom" fmla="*/ 1953720 h 1952640"/>
            </a:gdLst>
            <a:ahLst/>
            <a:cxnLst/>
            <a:rect l="textAreaLeft" t="textAreaTop" r="textAreaRight" b="textAreaBottom"/>
            <a:pathLst>
              <a:path w="21570" h="21170">
                <a:moveTo>
                  <a:pt x="2188" y="20921"/>
                </a:moveTo>
                <a:lnTo>
                  <a:pt x="21570" y="6723"/>
                </a:lnTo>
                <a:lnTo>
                  <a:pt x="21570" y="0"/>
                </a:lnTo>
                <a:lnTo>
                  <a:pt x="669" y="15306"/>
                </a:lnTo>
                <a:cubicBezTo>
                  <a:pt x="243" y="15628"/>
                  <a:pt x="0" y="16164"/>
                  <a:pt x="0" y="16736"/>
                </a:cubicBezTo>
                <a:lnTo>
                  <a:pt x="0" y="19490"/>
                </a:lnTo>
                <a:cubicBezTo>
                  <a:pt x="-30" y="20813"/>
                  <a:pt x="1216" y="21600"/>
                  <a:pt x="2188" y="20921"/>
                </a:cubicBezTo>
                <a:close/>
              </a:path>
            </a:pathLst>
          </a:custGeom>
          <a:solidFill>
            <a:schemeClr val="dk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6" name="Shape"/>
          <p:cNvSpPr/>
          <p:nvPr/>
        </p:nvSpPr>
        <p:spPr>
          <a:xfrm>
            <a:off x="0" y="4092480"/>
            <a:ext cx="1391760" cy="1109160"/>
          </a:xfrm>
          <a:custGeom>
            <a:avLst/>
            <a:gdLst>
              <a:gd name="textAreaLeft" fmla="*/ 0 w 1391760"/>
              <a:gd name="textAreaRight" fmla="*/ 1392840 w 1391760"/>
              <a:gd name="textAreaTop" fmla="*/ 0 h 1109160"/>
              <a:gd name="textAreaBottom" fmla="*/ 1110240 h 1109160"/>
            </a:gdLst>
            <a:ahLst/>
            <a:cxnLst/>
            <a:rect l="textAreaLeft" t="textAreaTop" r="textAreaRight" b="textAreaBottom"/>
            <a:pathLst>
              <a:path w="21600" h="20820">
                <a:moveTo>
                  <a:pt x="51" y="20820"/>
                </a:moveTo>
                <a:lnTo>
                  <a:pt x="20474" y="5409"/>
                </a:lnTo>
                <a:cubicBezTo>
                  <a:pt x="21191" y="4852"/>
                  <a:pt x="21600" y="3924"/>
                  <a:pt x="21600" y="2933"/>
                </a:cubicBezTo>
                <a:lnTo>
                  <a:pt x="21600" y="2933"/>
                </a:lnTo>
                <a:cubicBezTo>
                  <a:pt x="21600" y="644"/>
                  <a:pt x="19501" y="-780"/>
                  <a:pt x="17864" y="458"/>
                </a:cubicBezTo>
                <a:lnTo>
                  <a:pt x="0" y="13888"/>
                </a:lnTo>
                <a:lnTo>
                  <a:pt x="0" y="20820"/>
                </a:lnTo>
                <a:close/>
              </a:path>
            </a:pathLst>
          </a:custGeom>
          <a:solidFill>
            <a:schemeClr val="dk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 </a:t>
            </a:r>
            <a:endParaRPr lang="ru-RU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  <a:lumMod val="50000"/>
                  </a:schemeClr>
                </a:solidFill>
                <a:uFillTx/>
                <a:latin typeface="Calibri"/>
                <a:ea typeface="DejaVu San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5831399-A518-4E10-A442-630AAA05FAF3}" type="slidenum">
              <a:rPr lang="ru-RU" sz="1200" b="0" u="none" strike="noStrike">
                <a:solidFill>
                  <a:schemeClr val="dk1">
                    <a:tint val="75000"/>
                    <a:lumMod val="50000"/>
                  </a:schemeClr>
                </a:solidFill>
                <a:uFillTx/>
                <a:latin typeface="Calibri"/>
                <a:ea typeface="DejaVu Sans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6"/>
          <p:cNvSpPr/>
          <p:nvPr/>
        </p:nvSpPr>
        <p:spPr>
          <a:xfrm>
            <a:off x="-7920" y="7007400"/>
            <a:ext cx="165060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</a:rPr>
              <a:t>© </a:t>
            </a: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  <a:hlinkClick r:id="rId3"/>
              </a:rPr>
              <a:t>presentationgo.com</a:t>
            </a:r>
            <a:endParaRPr lang="ru-RU" sz="11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5" name="Group 7"/>
          <p:cNvGrpSpPr/>
          <p:nvPr/>
        </p:nvGrpSpPr>
        <p:grpSpPr>
          <a:xfrm>
            <a:off x="-1652400" y="-16560"/>
            <a:ext cx="1562760" cy="608040"/>
            <a:chOff x="-1652400" y="-16560"/>
            <a:chExt cx="1562760" cy="608040"/>
          </a:xfrm>
        </p:grpSpPr>
        <p:sp>
          <p:nvSpPr>
            <p:cNvPr id="36" name="TextBox 8"/>
            <p:cNvSpPr/>
            <p:nvPr/>
          </p:nvSpPr>
          <p:spPr>
            <a:xfrm>
              <a:off x="-1652400" y="-16560"/>
              <a:ext cx="35964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By: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7" name="TextBox 9"/>
            <p:cNvSpPr/>
            <p:nvPr/>
          </p:nvSpPr>
          <p:spPr>
            <a:xfrm>
              <a:off x="-558000" y="349200"/>
              <a:ext cx="46836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.com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38" name="Picture 10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>
            <a:xfrm>
              <a:off x="-1577160" y="196560"/>
              <a:ext cx="1404000" cy="1850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9" name="Group 6"/>
          <p:cNvGrpSpPr/>
          <p:nvPr/>
        </p:nvGrpSpPr>
        <p:grpSpPr>
          <a:xfrm>
            <a:off x="0" y="0"/>
            <a:ext cx="12191040" cy="6856920"/>
            <a:chOff x="0" y="0"/>
            <a:chExt cx="12191040" cy="6856920"/>
          </a:xfrm>
        </p:grpSpPr>
        <p:sp>
          <p:nvSpPr>
            <p:cNvPr id="40" name="Rectangle"/>
            <p:cNvSpPr/>
            <p:nvPr/>
          </p:nvSpPr>
          <p:spPr>
            <a:xfrm>
              <a:off x="0" y="0"/>
              <a:ext cx="12191040" cy="6856920"/>
            </a:xfrm>
            <a:prstGeom prst="rect">
              <a:avLst/>
            </a:prstGeom>
            <a:solidFill>
              <a:schemeClr val="lt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41" name="Shape"/>
            <p:cNvSpPr/>
            <p:nvPr/>
          </p:nvSpPr>
          <p:spPr>
            <a:xfrm>
              <a:off x="2053800" y="0"/>
              <a:ext cx="8429400" cy="6856920"/>
            </a:xfrm>
            <a:custGeom>
              <a:avLst/>
              <a:gdLst>
                <a:gd name="textAreaLeft" fmla="*/ 0 w 8429400"/>
                <a:gd name="textAreaRight" fmla="*/ 8430480 w 8429400"/>
                <a:gd name="textAreaTop" fmla="*/ 0 h 6856920"/>
                <a:gd name="textAreaBottom" fmla="*/ 6858000 h 68569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13618" y="21600"/>
                  </a:lnTo>
                  <a:lnTo>
                    <a:pt x="21126" y="15857"/>
                  </a:lnTo>
                  <a:cubicBezTo>
                    <a:pt x="21422" y="15628"/>
                    <a:pt x="21600" y="15232"/>
                    <a:pt x="21600" y="14806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42" name="Shape"/>
            <p:cNvSpPr/>
            <p:nvPr/>
          </p:nvSpPr>
          <p:spPr>
            <a:xfrm>
              <a:off x="0" y="1664280"/>
              <a:ext cx="2463480" cy="2074680"/>
            </a:xfrm>
            <a:custGeom>
              <a:avLst/>
              <a:gdLst>
                <a:gd name="textAreaLeft" fmla="*/ 0 w 2463480"/>
                <a:gd name="textAreaRight" fmla="*/ 2464560 w 2463480"/>
                <a:gd name="textAreaTop" fmla="*/ 0 h 2074680"/>
                <a:gd name="textAreaBottom" fmla="*/ 2075760 h 2074680"/>
              </a:gdLst>
              <a:ahLst/>
              <a:cxnLst/>
              <a:rect l="textAreaLeft" t="textAreaTop" r="textAreaRight" b="textAreaBottom"/>
              <a:pathLst>
                <a:path w="21600" h="21240">
                  <a:moveTo>
                    <a:pt x="0" y="21240"/>
                  </a:moveTo>
                  <a:lnTo>
                    <a:pt x="21021" y="5961"/>
                  </a:lnTo>
                  <a:cubicBezTo>
                    <a:pt x="21368" y="5691"/>
                    <a:pt x="21600" y="5251"/>
                    <a:pt x="21600" y="4778"/>
                  </a:cubicBezTo>
                  <a:lnTo>
                    <a:pt x="21600" y="1398"/>
                  </a:lnTo>
                  <a:cubicBezTo>
                    <a:pt x="21600" y="282"/>
                    <a:pt x="20558" y="-360"/>
                    <a:pt x="19776" y="215"/>
                  </a:cubicBezTo>
                  <a:lnTo>
                    <a:pt x="29" y="14581"/>
                  </a:lnTo>
                  <a:lnTo>
                    <a:pt x="29" y="21240"/>
                  </a:lnTo>
                  <a:close/>
                </a:path>
              </a:pathLst>
            </a:custGeom>
            <a:solidFill>
              <a:schemeClr val="accent1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43" name="Shape"/>
            <p:cNvSpPr/>
            <p:nvPr/>
          </p:nvSpPr>
          <p:spPr>
            <a:xfrm>
              <a:off x="9843120" y="4664520"/>
              <a:ext cx="2347560" cy="1973520"/>
            </a:xfrm>
            <a:custGeom>
              <a:avLst/>
              <a:gdLst>
                <a:gd name="textAreaLeft" fmla="*/ 0 w 2347560"/>
                <a:gd name="textAreaRight" fmla="*/ 2348640 w 2347560"/>
                <a:gd name="textAreaTop" fmla="*/ 0 h 1973520"/>
                <a:gd name="textAreaBottom" fmla="*/ 1974600 h 1973520"/>
              </a:gdLst>
              <a:ahLst/>
              <a:cxnLst/>
              <a:rect l="textAreaLeft" t="textAreaTop" r="textAreaRight" b="textAreaBottom"/>
              <a:pathLst>
                <a:path w="21600" h="21202">
                  <a:moveTo>
                    <a:pt x="1944" y="20962"/>
                  </a:moveTo>
                  <a:lnTo>
                    <a:pt x="21600" y="6668"/>
                  </a:lnTo>
                  <a:lnTo>
                    <a:pt x="21600" y="0"/>
                  </a:lnTo>
                  <a:lnTo>
                    <a:pt x="608" y="15251"/>
                  </a:lnTo>
                  <a:cubicBezTo>
                    <a:pt x="243" y="15535"/>
                    <a:pt x="0" y="15996"/>
                    <a:pt x="0" y="16493"/>
                  </a:cubicBezTo>
                  <a:lnTo>
                    <a:pt x="0" y="19720"/>
                  </a:lnTo>
                  <a:cubicBezTo>
                    <a:pt x="30" y="20891"/>
                    <a:pt x="1094" y="21600"/>
                    <a:pt x="1944" y="20962"/>
                  </a:cubicBezTo>
                  <a:close/>
                </a:path>
              </a:pathLst>
            </a:custGeom>
            <a:solidFill>
              <a:schemeClr val="accent1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44" name="Shape"/>
            <p:cNvSpPr/>
            <p:nvPr/>
          </p:nvSpPr>
          <p:spPr>
            <a:xfrm>
              <a:off x="10484280" y="4386240"/>
              <a:ext cx="1706760" cy="1404000"/>
            </a:xfrm>
            <a:custGeom>
              <a:avLst/>
              <a:gdLst>
                <a:gd name="textAreaLeft" fmla="*/ 0 w 1706760"/>
                <a:gd name="textAreaRight" fmla="*/ 1707840 w 1706760"/>
                <a:gd name="textAreaTop" fmla="*/ 0 h 1404000"/>
                <a:gd name="textAreaBottom" fmla="*/ 1405080 h 1404000"/>
              </a:gdLst>
              <a:ahLst/>
              <a:cxnLst/>
              <a:rect l="textAreaLeft" t="textAreaTop" r="textAreaRight" b="textAreaBottom"/>
              <a:pathLst>
                <a:path w="21600" h="21071">
                  <a:moveTo>
                    <a:pt x="2674" y="20758"/>
                  </a:moveTo>
                  <a:lnTo>
                    <a:pt x="21600" y="6787"/>
                  </a:lnTo>
                  <a:lnTo>
                    <a:pt x="21600" y="0"/>
                  </a:lnTo>
                  <a:lnTo>
                    <a:pt x="836" y="15308"/>
                  </a:lnTo>
                  <a:cubicBezTo>
                    <a:pt x="334" y="15705"/>
                    <a:pt x="0" y="16349"/>
                    <a:pt x="0" y="17042"/>
                  </a:cubicBezTo>
                  <a:lnTo>
                    <a:pt x="0" y="18974"/>
                  </a:lnTo>
                  <a:cubicBezTo>
                    <a:pt x="42" y="20659"/>
                    <a:pt x="1504" y="21600"/>
                    <a:pt x="2674" y="20758"/>
                  </a:cubicBez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45" name="Shape"/>
            <p:cNvSpPr/>
            <p:nvPr/>
          </p:nvSpPr>
          <p:spPr>
            <a:xfrm>
              <a:off x="401760" y="942480"/>
              <a:ext cx="1472400" cy="1050120"/>
            </a:xfrm>
            <a:custGeom>
              <a:avLst/>
              <a:gdLst>
                <a:gd name="textAreaLeft" fmla="*/ 0 w 1472400"/>
                <a:gd name="textAreaRight" fmla="*/ 1473480 w 1472400"/>
                <a:gd name="textAreaTop" fmla="*/ 0 h 1050120"/>
                <a:gd name="textAreaBottom" fmla="*/ 1051200 h 1050120"/>
              </a:gdLst>
              <a:ahLst/>
              <a:cxnLst/>
              <a:rect l="textAreaLeft" t="textAreaTop" r="textAreaRight" b="textAreaBottom"/>
              <a:pathLst>
                <a:path w="21600" h="20040">
                  <a:moveTo>
                    <a:pt x="3535" y="19610"/>
                  </a:moveTo>
                  <a:lnTo>
                    <a:pt x="20535" y="5881"/>
                  </a:lnTo>
                  <a:cubicBezTo>
                    <a:pt x="21213" y="5314"/>
                    <a:pt x="21600" y="4370"/>
                    <a:pt x="21600" y="3362"/>
                  </a:cubicBezTo>
                  <a:lnTo>
                    <a:pt x="21600" y="2984"/>
                  </a:lnTo>
                  <a:cubicBezTo>
                    <a:pt x="21600" y="654"/>
                    <a:pt x="19614" y="-794"/>
                    <a:pt x="18065" y="465"/>
                  </a:cubicBezTo>
                  <a:lnTo>
                    <a:pt x="1065" y="14194"/>
                  </a:lnTo>
                  <a:cubicBezTo>
                    <a:pt x="387" y="14761"/>
                    <a:pt x="0" y="15705"/>
                    <a:pt x="0" y="16713"/>
                  </a:cubicBezTo>
                  <a:lnTo>
                    <a:pt x="0" y="17091"/>
                  </a:lnTo>
                  <a:cubicBezTo>
                    <a:pt x="48" y="19358"/>
                    <a:pt x="2034" y="20806"/>
                    <a:pt x="3535" y="19610"/>
                  </a:cubicBez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</p:grp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 </a:t>
            </a:r>
            <a:endParaRPr lang="ru-RU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C676B5A-0B4B-44A8-B416-3D1E62D2ADB8}" type="slidenum">
              <a: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6"/>
          <p:cNvSpPr/>
          <p:nvPr/>
        </p:nvSpPr>
        <p:spPr>
          <a:xfrm>
            <a:off x="-7920" y="7007400"/>
            <a:ext cx="165060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</a:rPr>
              <a:t>© </a:t>
            </a: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  <a:hlinkClick r:id="rId3"/>
              </a:rPr>
              <a:t>presentationgo.com</a:t>
            </a:r>
            <a:endParaRPr lang="ru-RU" sz="11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53" name="Group 7"/>
          <p:cNvGrpSpPr/>
          <p:nvPr/>
        </p:nvGrpSpPr>
        <p:grpSpPr>
          <a:xfrm>
            <a:off x="-1652400" y="-16560"/>
            <a:ext cx="1562760" cy="608040"/>
            <a:chOff x="-1652400" y="-16560"/>
            <a:chExt cx="1562760" cy="608040"/>
          </a:xfrm>
        </p:grpSpPr>
        <p:sp>
          <p:nvSpPr>
            <p:cNvPr id="54" name="TextBox 8"/>
            <p:cNvSpPr/>
            <p:nvPr/>
          </p:nvSpPr>
          <p:spPr>
            <a:xfrm>
              <a:off x="-1652400" y="-16560"/>
              <a:ext cx="35964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By: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5" name="TextBox 9"/>
            <p:cNvSpPr/>
            <p:nvPr/>
          </p:nvSpPr>
          <p:spPr>
            <a:xfrm>
              <a:off x="-558000" y="349200"/>
              <a:ext cx="46836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.com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56" name="Picture 10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>
            <a:xfrm>
              <a:off x="-1577160" y="196560"/>
              <a:ext cx="1404000" cy="1850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7" name="Group 6"/>
          <p:cNvGrpSpPr/>
          <p:nvPr/>
        </p:nvGrpSpPr>
        <p:grpSpPr>
          <a:xfrm>
            <a:off x="0" y="0"/>
            <a:ext cx="12191040" cy="6856920"/>
            <a:chOff x="0" y="0"/>
            <a:chExt cx="12191040" cy="6856920"/>
          </a:xfrm>
        </p:grpSpPr>
        <p:sp>
          <p:nvSpPr>
            <p:cNvPr id="58" name="Rectangle"/>
            <p:cNvSpPr/>
            <p:nvPr/>
          </p:nvSpPr>
          <p:spPr>
            <a:xfrm>
              <a:off x="0" y="0"/>
              <a:ext cx="12191040" cy="6856920"/>
            </a:xfrm>
            <a:prstGeom prst="rect">
              <a:avLst/>
            </a:prstGeom>
            <a:solidFill>
              <a:schemeClr val="lt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59" name="Shape"/>
            <p:cNvSpPr/>
            <p:nvPr/>
          </p:nvSpPr>
          <p:spPr>
            <a:xfrm>
              <a:off x="2053800" y="0"/>
              <a:ext cx="8429400" cy="6856920"/>
            </a:xfrm>
            <a:custGeom>
              <a:avLst/>
              <a:gdLst>
                <a:gd name="textAreaLeft" fmla="*/ 0 w 8429400"/>
                <a:gd name="textAreaRight" fmla="*/ 8430480 w 8429400"/>
                <a:gd name="textAreaTop" fmla="*/ 0 h 6856920"/>
                <a:gd name="textAreaBottom" fmla="*/ 6858000 h 68569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13618" y="21600"/>
                  </a:lnTo>
                  <a:lnTo>
                    <a:pt x="21126" y="15857"/>
                  </a:lnTo>
                  <a:cubicBezTo>
                    <a:pt x="21422" y="15628"/>
                    <a:pt x="21600" y="15232"/>
                    <a:pt x="21600" y="14806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60" name="Shape"/>
            <p:cNvSpPr/>
            <p:nvPr/>
          </p:nvSpPr>
          <p:spPr>
            <a:xfrm>
              <a:off x="0" y="1664280"/>
              <a:ext cx="2463480" cy="2074680"/>
            </a:xfrm>
            <a:custGeom>
              <a:avLst/>
              <a:gdLst>
                <a:gd name="textAreaLeft" fmla="*/ 0 w 2463480"/>
                <a:gd name="textAreaRight" fmla="*/ 2464560 w 2463480"/>
                <a:gd name="textAreaTop" fmla="*/ 0 h 2074680"/>
                <a:gd name="textAreaBottom" fmla="*/ 2075760 h 2074680"/>
              </a:gdLst>
              <a:ahLst/>
              <a:cxnLst/>
              <a:rect l="textAreaLeft" t="textAreaTop" r="textAreaRight" b="textAreaBottom"/>
              <a:pathLst>
                <a:path w="21600" h="21240">
                  <a:moveTo>
                    <a:pt x="0" y="21240"/>
                  </a:moveTo>
                  <a:lnTo>
                    <a:pt x="21021" y="5961"/>
                  </a:lnTo>
                  <a:cubicBezTo>
                    <a:pt x="21368" y="5691"/>
                    <a:pt x="21600" y="5251"/>
                    <a:pt x="21600" y="4778"/>
                  </a:cubicBezTo>
                  <a:lnTo>
                    <a:pt x="21600" y="1398"/>
                  </a:lnTo>
                  <a:cubicBezTo>
                    <a:pt x="21600" y="282"/>
                    <a:pt x="20558" y="-360"/>
                    <a:pt x="19776" y="215"/>
                  </a:cubicBezTo>
                  <a:lnTo>
                    <a:pt x="29" y="14581"/>
                  </a:lnTo>
                  <a:lnTo>
                    <a:pt x="29" y="21240"/>
                  </a:lnTo>
                  <a:close/>
                </a:path>
              </a:pathLst>
            </a:custGeom>
            <a:solidFill>
              <a:schemeClr val="accent1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61" name="Shape"/>
            <p:cNvSpPr/>
            <p:nvPr/>
          </p:nvSpPr>
          <p:spPr>
            <a:xfrm>
              <a:off x="9843120" y="4664520"/>
              <a:ext cx="2347560" cy="1973520"/>
            </a:xfrm>
            <a:custGeom>
              <a:avLst/>
              <a:gdLst>
                <a:gd name="textAreaLeft" fmla="*/ 0 w 2347560"/>
                <a:gd name="textAreaRight" fmla="*/ 2348640 w 2347560"/>
                <a:gd name="textAreaTop" fmla="*/ 0 h 1973520"/>
                <a:gd name="textAreaBottom" fmla="*/ 1974600 h 1973520"/>
              </a:gdLst>
              <a:ahLst/>
              <a:cxnLst/>
              <a:rect l="textAreaLeft" t="textAreaTop" r="textAreaRight" b="textAreaBottom"/>
              <a:pathLst>
                <a:path w="21600" h="21202">
                  <a:moveTo>
                    <a:pt x="1944" y="20962"/>
                  </a:moveTo>
                  <a:lnTo>
                    <a:pt x="21600" y="6668"/>
                  </a:lnTo>
                  <a:lnTo>
                    <a:pt x="21600" y="0"/>
                  </a:lnTo>
                  <a:lnTo>
                    <a:pt x="608" y="15251"/>
                  </a:lnTo>
                  <a:cubicBezTo>
                    <a:pt x="243" y="15535"/>
                    <a:pt x="0" y="15996"/>
                    <a:pt x="0" y="16493"/>
                  </a:cubicBezTo>
                  <a:lnTo>
                    <a:pt x="0" y="19720"/>
                  </a:lnTo>
                  <a:cubicBezTo>
                    <a:pt x="30" y="20891"/>
                    <a:pt x="1094" y="21600"/>
                    <a:pt x="1944" y="20962"/>
                  </a:cubicBezTo>
                  <a:close/>
                </a:path>
              </a:pathLst>
            </a:custGeom>
            <a:solidFill>
              <a:schemeClr val="accent1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62" name="Shape"/>
            <p:cNvSpPr/>
            <p:nvPr/>
          </p:nvSpPr>
          <p:spPr>
            <a:xfrm>
              <a:off x="10484280" y="4386240"/>
              <a:ext cx="1706760" cy="1404000"/>
            </a:xfrm>
            <a:custGeom>
              <a:avLst/>
              <a:gdLst>
                <a:gd name="textAreaLeft" fmla="*/ 0 w 1706760"/>
                <a:gd name="textAreaRight" fmla="*/ 1707840 w 1706760"/>
                <a:gd name="textAreaTop" fmla="*/ 0 h 1404000"/>
                <a:gd name="textAreaBottom" fmla="*/ 1405080 h 1404000"/>
              </a:gdLst>
              <a:ahLst/>
              <a:cxnLst/>
              <a:rect l="textAreaLeft" t="textAreaTop" r="textAreaRight" b="textAreaBottom"/>
              <a:pathLst>
                <a:path w="21600" h="21071">
                  <a:moveTo>
                    <a:pt x="2674" y="20758"/>
                  </a:moveTo>
                  <a:lnTo>
                    <a:pt x="21600" y="6787"/>
                  </a:lnTo>
                  <a:lnTo>
                    <a:pt x="21600" y="0"/>
                  </a:lnTo>
                  <a:lnTo>
                    <a:pt x="836" y="15308"/>
                  </a:lnTo>
                  <a:cubicBezTo>
                    <a:pt x="334" y="15705"/>
                    <a:pt x="0" y="16349"/>
                    <a:pt x="0" y="17042"/>
                  </a:cubicBezTo>
                  <a:lnTo>
                    <a:pt x="0" y="18974"/>
                  </a:lnTo>
                  <a:cubicBezTo>
                    <a:pt x="42" y="20659"/>
                    <a:pt x="1504" y="21600"/>
                    <a:pt x="2674" y="20758"/>
                  </a:cubicBez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63" name="Shape"/>
            <p:cNvSpPr/>
            <p:nvPr/>
          </p:nvSpPr>
          <p:spPr>
            <a:xfrm>
              <a:off x="401760" y="942480"/>
              <a:ext cx="1472400" cy="1050120"/>
            </a:xfrm>
            <a:custGeom>
              <a:avLst/>
              <a:gdLst>
                <a:gd name="textAreaLeft" fmla="*/ 0 w 1472400"/>
                <a:gd name="textAreaRight" fmla="*/ 1473480 w 1472400"/>
                <a:gd name="textAreaTop" fmla="*/ 0 h 1050120"/>
                <a:gd name="textAreaBottom" fmla="*/ 1051200 h 1050120"/>
              </a:gdLst>
              <a:ahLst/>
              <a:cxnLst/>
              <a:rect l="textAreaLeft" t="textAreaTop" r="textAreaRight" b="textAreaBottom"/>
              <a:pathLst>
                <a:path w="21600" h="20040">
                  <a:moveTo>
                    <a:pt x="3535" y="19610"/>
                  </a:moveTo>
                  <a:lnTo>
                    <a:pt x="20535" y="5881"/>
                  </a:lnTo>
                  <a:cubicBezTo>
                    <a:pt x="21213" y="5314"/>
                    <a:pt x="21600" y="4370"/>
                    <a:pt x="21600" y="3362"/>
                  </a:cubicBezTo>
                  <a:lnTo>
                    <a:pt x="21600" y="2984"/>
                  </a:lnTo>
                  <a:cubicBezTo>
                    <a:pt x="21600" y="654"/>
                    <a:pt x="19614" y="-794"/>
                    <a:pt x="18065" y="465"/>
                  </a:cubicBezTo>
                  <a:lnTo>
                    <a:pt x="1065" y="14194"/>
                  </a:lnTo>
                  <a:cubicBezTo>
                    <a:pt x="387" y="14761"/>
                    <a:pt x="0" y="15705"/>
                    <a:pt x="0" y="16713"/>
                  </a:cubicBezTo>
                  <a:lnTo>
                    <a:pt x="0" y="17091"/>
                  </a:lnTo>
                  <a:cubicBezTo>
                    <a:pt x="48" y="19358"/>
                    <a:pt x="2034" y="20806"/>
                    <a:pt x="3535" y="19610"/>
                  </a:cubicBez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</p:grp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56E676E-C5BB-4391-879D-4903313FBFC7}" type="slidenum">
              <a: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6"/>
          <p:cNvSpPr/>
          <p:nvPr/>
        </p:nvSpPr>
        <p:spPr>
          <a:xfrm>
            <a:off x="-7920" y="7007400"/>
            <a:ext cx="165060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</a:rPr>
              <a:t>© </a:t>
            </a: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  <a:hlinkClick r:id="rId5"/>
              </a:rPr>
              <a:t>presentationgo.com</a:t>
            </a:r>
            <a:endParaRPr lang="ru-RU" sz="11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72" name="Group 7"/>
          <p:cNvGrpSpPr/>
          <p:nvPr/>
        </p:nvGrpSpPr>
        <p:grpSpPr>
          <a:xfrm>
            <a:off x="-1652400" y="-16560"/>
            <a:ext cx="1562760" cy="608040"/>
            <a:chOff x="-1652400" y="-16560"/>
            <a:chExt cx="1562760" cy="608040"/>
          </a:xfrm>
        </p:grpSpPr>
        <p:sp>
          <p:nvSpPr>
            <p:cNvPr id="73" name="TextBox 8"/>
            <p:cNvSpPr/>
            <p:nvPr/>
          </p:nvSpPr>
          <p:spPr>
            <a:xfrm>
              <a:off x="-1652400" y="-16560"/>
              <a:ext cx="35964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By: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74" name="TextBox 9"/>
            <p:cNvSpPr/>
            <p:nvPr/>
          </p:nvSpPr>
          <p:spPr>
            <a:xfrm>
              <a:off x="-558000" y="349200"/>
              <a:ext cx="46836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.com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75" name="Picture 10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>
            <a:xfrm>
              <a:off x="-1577160" y="196560"/>
              <a:ext cx="1404000" cy="1850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76" name="Group 6"/>
          <p:cNvGrpSpPr/>
          <p:nvPr/>
        </p:nvGrpSpPr>
        <p:grpSpPr>
          <a:xfrm>
            <a:off x="0" y="0"/>
            <a:ext cx="12191040" cy="6856920"/>
            <a:chOff x="0" y="0"/>
            <a:chExt cx="12191040" cy="6856920"/>
          </a:xfrm>
        </p:grpSpPr>
        <p:sp>
          <p:nvSpPr>
            <p:cNvPr id="77" name="Rectangle"/>
            <p:cNvSpPr/>
            <p:nvPr/>
          </p:nvSpPr>
          <p:spPr>
            <a:xfrm>
              <a:off x="0" y="0"/>
              <a:ext cx="12191040" cy="6856920"/>
            </a:xfrm>
            <a:prstGeom prst="rect">
              <a:avLst/>
            </a:prstGeom>
            <a:solidFill>
              <a:schemeClr val="lt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78" name="Shape"/>
            <p:cNvSpPr/>
            <p:nvPr/>
          </p:nvSpPr>
          <p:spPr>
            <a:xfrm>
              <a:off x="2053800" y="0"/>
              <a:ext cx="8429400" cy="6856920"/>
            </a:xfrm>
            <a:custGeom>
              <a:avLst/>
              <a:gdLst>
                <a:gd name="textAreaLeft" fmla="*/ 0 w 8429400"/>
                <a:gd name="textAreaRight" fmla="*/ 8430480 w 8429400"/>
                <a:gd name="textAreaTop" fmla="*/ 0 h 6856920"/>
                <a:gd name="textAreaBottom" fmla="*/ 6858000 h 68569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13618" y="21600"/>
                  </a:lnTo>
                  <a:lnTo>
                    <a:pt x="21126" y="15857"/>
                  </a:lnTo>
                  <a:cubicBezTo>
                    <a:pt x="21422" y="15628"/>
                    <a:pt x="21600" y="15232"/>
                    <a:pt x="21600" y="14806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79" name="Shape"/>
            <p:cNvSpPr/>
            <p:nvPr/>
          </p:nvSpPr>
          <p:spPr>
            <a:xfrm>
              <a:off x="0" y="1664280"/>
              <a:ext cx="2463480" cy="2074680"/>
            </a:xfrm>
            <a:custGeom>
              <a:avLst/>
              <a:gdLst>
                <a:gd name="textAreaLeft" fmla="*/ 0 w 2463480"/>
                <a:gd name="textAreaRight" fmla="*/ 2464560 w 2463480"/>
                <a:gd name="textAreaTop" fmla="*/ 0 h 2074680"/>
                <a:gd name="textAreaBottom" fmla="*/ 2075760 h 2074680"/>
              </a:gdLst>
              <a:ahLst/>
              <a:cxnLst/>
              <a:rect l="textAreaLeft" t="textAreaTop" r="textAreaRight" b="textAreaBottom"/>
              <a:pathLst>
                <a:path w="21600" h="21240">
                  <a:moveTo>
                    <a:pt x="0" y="21240"/>
                  </a:moveTo>
                  <a:lnTo>
                    <a:pt x="21021" y="5961"/>
                  </a:lnTo>
                  <a:cubicBezTo>
                    <a:pt x="21368" y="5691"/>
                    <a:pt x="21600" y="5251"/>
                    <a:pt x="21600" y="4778"/>
                  </a:cubicBezTo>
                  <a:lnTo>
                    <a:pt x="21600" y="1398"/>
                  </a:lnTo>
                  <a:cubicBezTo>
                    <a:pt x="21600" y="282"/>
                    <a:pt x="20558" y="-360"/>
                    <a:pt x="19776" y="215"/>
                  </a:cubicBezTo>
                  <a:lnTo>
                    <a:pt x="29" y="14581"/>
                  </a:lnTo>
                  <a:lnTo>
                    <a:pt x="29" y="21240"/>
                  </a:lnTo>
                  <a:close/>
                </a:path>
              </a:pathLst>
            </a:custGeom>
            <a:solidFill>
              <a:schemeClr val="accent1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80" name="Shape"/>
            <p:cNvSpPr/>
            <p:nvPr/>
          </p:nvSpPr>
          <p:spPr>
            <a:xfrm>
              <a:off x="9843120" y="4664520"/>
              <a:ext cx="2347560" cy="1973520"/>
            </a:xfrm>
            <a:custGeom>
              <a:avLst/>
              <a:gdLst>
                <a:gd name="textAreaLeft" fmla="*/ 0 w 2347560"/>
                <a:gd name="textAreaRight" fmla="*/ 2348640 w 2347560"/>
                <a:gd name="textAreaTop" fmla="*/ 0 h 1973520"/>
                <a:gd name="textAreaBottom" fmla="*/ 1974600 h 1973520"/>
              </a:gdLst>
              <a:ahLst/>
              <a:cxnLst/>
              <a:rect l="textAreaLeft" t="textAreaTop" r="textAreaRight" b="textAreaBottom"/>
              <a:pathLst>
                <a:path w="21600" h="21202">
                  <a:moveTo>
                    <a:pt x="1944" y="20962"/>
                  </a:moveTo>
                  <a:lnTo>
                    <a:pt x="21600" y="6668"/>
                  </a:lnTo>
                  <a:lnTo>
                    <a:pt x="21600" y="0"/>
                  </a:lnTo>
                  <a:lnTo>
                    <a:pt x="608" y="15251"/>
                  </a:lnTo>
                  <a:cubicBezTo>
                    <a:pt x="243" y="15535"/>
                    <a:pt x="0" y="15996"/>
                    <a:pt x="0" y="16493"/>
                  </a:cubicBezTo>
                  <a:lnTo>
                    <a:pt x="0" y="19720"/>
                  </a:lnTo>
                  <a:cubicBezTo>
                    <a:pt x="30" y="20891"/>
                    <a:pt x="1094" y="21600"/>
                    <a:pt x="1944" y="20962"/>
                  </a:cubicBezTo>
                  <a:close/>
                </a:path>
              </a:pathLst>
            </a:custGeom>
            <a:solidFill>
              <a:schemeClr val="accent1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81" name="Shape"/>
            <p:cNvSpPr/>
            <p:nvPr/>
          </p:nvSpPr>
          <p:spPr>
            <a:xfrm>
              <a:off x="10484280" y="4386240"/>
              <a:ext cx="1706760" cy="1404000"/>
            </a:xfrm>
            <a:custGeom>
              <a:avLst/>
              <a:gdLst>
                <a:gd name="textAreaLeft" fmla="*/ 0 w 1706760"/>
                <a:gd name="textAreaRight" fmla="*/ 1707840 w 1706760"/>
                <a:gd name="textAreaTop" fmla="*/ 0 h 1404000"/>
                <a:gd name="textAreaBottom" fmla="*/ 1405080 h 1404000"/>
              </a:gdLst>
              <a:ahLst/>
              <a:cxnLst/>
              <a:rect l="textAreaLeft" t="textAreaTop" r="textAreaRight" b="textAreaBottom"/>
              <a:pathLst>
                <a:path w="21600" h="21071">
                  <a:moveTo>
                    <a:pt x="2674" y="20758"/>
                  </a:moveTo>
                  <a:lnTo>
                    <a:pt x="21600" y="6787"/>
                  </a:lnTo>
                  <a:lnTo>
                    <a:pt x="21600" y="0"/>
                  </a:lnTo>
                  <a:lnTo>
                    <a:pt x="836" y="15308"/>
                  </a:lnTo>
                  <a:cubicBezTo>
                    <a:pt x="334" y="15705"/>
                    <a:pt x="0" y="16349"/>
                    <a:pt x="0" y="17042"/>
                  </a:cubicBezTo>
                  <a:lnTo>
                    <a:pt x="0" y="18974"/>
                  </a:lnTo>
                  <a:cubicBezTo>
                    <a:pt x="42" y="20659"/>
                    <a:pt x="1504" y="21600"/>
                    <a:pt x="2674" y="20758"/>
                  </a:cubicBez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82" name="Shape"/>
            <p:cNvSpPr/>
            <p:nvPr/>
          </p:nvSpPr>
          <p:spPr>
            <a:xfrm>
              <a:off x="401760" y="942480"/>
              <a:ext cx="1472400" cy="1050120"/>
            </a:xfrm>
            <a:custGeom>
              <a:avLst/>
              <a:gdLst>
                <a:gd name="textAreaLeft" fmla="*/ 0 w 1472400"/>
                <a:gd name="textAreaRight" fmla="*/ 1473480 w 1472400"/>
                <a:gd name="textAreaTop" fmla="*/ 0 h 1050120"/>
                <a:gd name="textAreaBottom" fmla="*/ 1051200 h 1050120"/>
              </a:gdLst>
              <a:ahLst/>
              <a:cxnLst/>
              <a:rect l="textAreaLeft" t="textAreaTop" r="textAreaRight" b="textAreaBottom"/>
              <a:pathLst>
                <a:path w="21600" h="20040">
                  <a:moveTo>
                    <a:pt x="3535" y="19610"/>
                  </a:moveTo>
                  <a:lnTo>
                    <a:pt x="20535" y="5881"/>
                  </a:lnTo>
                  <a:cubicBezTo>
                    <a:pt x="21213" y="5314"/>
                    <a:pt x="21600" y="4370"/>
                    <a:pt x="21600" y="3362"/>
                  </a:cubicBezTo>
                  <a:lnTo>
                    <a:pt x="21600" y="2984"/>
                  </a:lnTo>
                  <a:cubicBezTo>
                    <a:pt x="21600" y="654"/>
                    <a:pt x="19614" y="-794"/>
                    <a:pt x="18065" y="465"/>
                  </a:cubicBezTo>
                  <a:lnTo>
                    <a:pt x="1065" y="14194"/>
                  </a:lnTo>
                  <a:cubicBezTo>
                    <a:pt x="387" y="14761"/>
                    <a:pt x="0" y="15705"/>
                    <a:pt x="0" y="16713"/>
                  </a:cubicBezTo>
                  <a:lnTo>
                    <a:pt x="0" y="17091"/>
                  </a:lnTo>
                  <a:cubicBezTo>
                    <a:pt x="48" y="19358"/>
                    <a:pt x="2034" y="20806"/>
                    <a:pt x="3535" y="19610"/>
                  </a:cubicBez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</p:grp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85" name="PlaceHolder 3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3AAED06-D564-4A04-B45B-74CF1D0F5662}" type="slidenum">
              <a: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6"/>
          <p:cNvSpPr/>
          <p:nvPr/>
        </p:nvSpPr>
        <p:spPr>
          <a:xfrm>
            <a:off x="-7920" y="7007400"/>
            <a:ext cx="165060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</a:rPr>
              <a:t>© </a:t>
            </a: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  <a:hlinkClick r:id="rId3"/>
              </a:rPr>
              <a:t>presentationgo.com</a:t>
            </a:r>
            <a:endParaRPr lang="ru-RU" sz="11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95" name="Group 7"/>
          <p:cNvGrpSpPr/>
          <p:nvPr/>
        </p:nvGrpSpPr>
        <p:grpSpPr>
          <a:xfrm>
            <a:off x="-1652400" y="-16560"/>
            <a:ext cx="1562760" cy="608040"/>
            <a:chOff x="-1652400" y="-16560"/>
            <a:chExt cx="1562760" cy="608040"/>
          </a:xfrm>
        </p:grpSpPr>
        <p:sp>
          <p:nvSpPr>
            <p:cNvPr id="96" name="TextBox 8"/>
            <p:cNvSpPr/>
            <p:nvPr/>
          </p:nvSpPr>
          <p:spPr>
            <a:xfrm>
              <a:off x="-1652400" y="-16560"/>
              <a:ext cx="35964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By:</a:t>
              </a:r>
              <a:endParaRPr lang="ru-RU" sz="10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97" name="TextBox 9"/>
            <p:cNvSpPr/>
            <p:nvPr/>
          </p:nvSpPr>
          <p:spPr>
            <a:xfrm>
              <a:off x="-558000" y="349200"/>
              <a:ext cx="46836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.com</a:t>
              </a:r>
              <a:endParaRPr lang="ru-RU" sz="10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pic>
          <p:nvPicPr>
            <p:cNvPr id="98" name="Picture 10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>
            <a:xfrm>
              <a:off x="-1577160" y="196560"/>
              <a:ext cx="1404000" cy="1850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9" name="Freeform: Shape 25"/>
          <p:cNvSpPr/>
          <p:nvPr/>
        </p:nvSpPr>
        <p:spPr>
          <a:xfrm>
            <a:off x="0" y="5042880"/>
            <a:ext cx="2082600" cy="1814040"/>
          </a:xfrm>
          <a:custGeom>
            <a:avLst/>
            <a:gdLst>
              <a:gd name="textAreaLeft" fmla="*/ 0 w 2082600"/>
              <a:gd name="textAreaRight" fmla="*/ 2083680 w 2082600"/>
              <a:gd name="textAreaTop" fmla="*/ 0 h 1814040"/>
              <a:gd name="textAreaBottom" fmla="*/ 1815120 h 1814040"/>
            </a:gdLst>
            <a:ahLst/>
            <a:cxnLst/>
            <a:rect l="textAreaLeft" t="textAreaTop" r="textAreaRight" b="textAreaBottom"/>
            <a:pathLst>
              <a:path w="2083785" h="1815197">
                <a:moveTo>
                  <a:pt x="1945993" y="12"/>
                </a:moveTo>
                <a:cubicBezTo>
                  <a:pt x="2016988" y="-935"/>
                  <a:pt x="2083785" y="54743"/>
                  <a:pt x="2083785" y="136449"/>
                </a:cubicBezTo>
                <a:lnTo>
                  <a:pt x="2083785" y="466394"/>
                </a:lnTo>
                <a:cubicBezTo>
                  <a:pt x="2083785" y="512567"/>
                  <a:pt x="2057346" y="555518"/>
                  <a:pt x="2017800" y="581875"/>
                </a:cubicBezTo>
                <a:lnTo>
                  <a:pt x="36843" y="1815197"/>
                </a:lnTo>
                <a:lnTo>
                  <a:pt x="0" y="1815197"/>
                </a:lnTo>
                <a:lnTo>
                  <a:pt x="0" y="1189951"/>
                </a:lnTo>
                <a:lnTo>
                  <a:pt x="1875916" y="20968"/>
                </a:lnTo>
                <a:cubicBezTo>
                  <a:pt x="1898196" y="6935"/>
                  <a:pt x="1922328" y="328"/>
                  <a:pt x="1945993" y="12"/>
                </a:cubicBezTo>
                <a:close/>
              </a:path>
            </a:pathLst>
          </a:custGeom>
          <a:solidFill>
            <a:schemeClr val="accent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00" name="Freeform: Shape 23"/>
          <p:cNvSpPr/>
          <p:nvPr/>
        </p:nvSpPr>
        <p:spPr>
          <a:xfrm>
            <a:off x="0" y="5310720"/>
            <a:ext cx="1374480" cy="1193760"/>
          </a:xfrm>
          <a:custGeom>
            <a:avLst/>
            <a:gdLst>
              <a:gd name="textAreaLeft" fmla="*/ 0 w 1374480"/>
              <a:gd name="textAreaRight" fmla="*/ 1375560 w 1374480"/>
              <a:gd name="textAreaTop" fmla="*/ 0 h 1193760"/>
              <a:gd name="textAreaBottom" fmla="*/ 1194840 h 1193760"/>
            </a:gdLst>
            <a:ahLst/>
            <a:cxnLst/>
            <a:rect l="textAreaLeft" t="textAreaTop" r="textAreaRight" b="textAreaBottom"/>
            <a:pathLst>
              <a:path w="1375708" h="1194917">
                <a:moveTo>
                  <a:pt x="1237898" y="11"/>
                </a:moveTo>
                <a:cubicBezTo>
                  <a:pt x="1308891" y="-921"/>
                  <a:pt x="1375708" y="54751"/>
                  <a:pt x="1375708" y="136439"/>
                </a:cubicBezTo>
                <a:lnTo>
                  <a:pt x="1375708" y="265158"/>
                </a:lnTo>
                <a:cubicBezTo>
                  <a:pt x="1375708" y="311343"/>
                  <a:pt x="1349329" y="354205"/>
                  <a:pt x="1309681" y="380654"/>
                </a:cubicBezTo>
                <a:lnTo>
                  <a:pt x="0" y="1194917"/>
                </a:lnTo>
                <a:lnTo>
                  <a:pt x="0" y="747957"/>
                </a:lnTo>
                <a:lnTo>
                  <a:pt x="1167833" y="20943"/>
                </a:lnTo>
                <a:cubicBezTo>
                  <a:pt x="1190106" y="6921"/>
                  <a:pt x="1214234" y="322"/>
                  <a:pt x="1237898" y="11"/>
                </a:cubicBezTo>
                <a:close/>
              </a:path>
            </a:pathLst>
          </a:custGeom>
          <a:solidFill>
            <a:schemeClr val="lt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01" name="Shape"/>
          <p:cNvSpPr/>
          <p:nvPr/>
        </p:nvSpPr>
        <p:spPr>
          <a:xfrm>
            <a:off x="0" y="4348440"/>
            <a:ext cx="1216440" cy="966960"/>
          </a:xfrm>
          <a:custGeom>
            <a:avLst/>
            <a:gdLst>
              <a:gd name="textAreaLeft" fmla="*/ 0 w 1216440"/>
              <a:gd name="textAreaRight" fmla="*/ 1217520 w 1216440"/>
              <a:gd name="textAreaTop" fmla="*/ 0 h 966960"/>
              <a:gd name="textAreaBottom" fmla="*/ 968040 h 966960"/>
            </a:gdLst>
            <a:ahLst/>
            <a:cxnLst/>
            <a:rect l="textAreaLeft" t="textAreaTop" r="textAreaRight" b="textAreaBottom"/>
            <a:pathLst>
              <a:path w="21600" h="20843">
                <a:moveTo>
                  <a:pt x="0" y="20843"/>
                </a:moveTo>
                <a:lnTo>
                  <a:pt x="20429" y="5425"/>
                </a:lnTo>
                <a:cubicBezTo>
                  <a:pt x="21132" y="4856"/>
                  <a:pt x="21600" y="3932"/>
                  <a:pt x="21600" y="2938"/>
                </a:cubicBezTo>
                <a:lnTo>
                  <a:pt x="21600" y="2938"/>
                </a:lnTo>
                <a:cubicBezTo>
                  <a:pt x="21600" y="593"/>
                  <a:pt x="19493" y="-757"/>
                  <a:pt x="17912" y="451"/>
                </a:cubicBezTo>
                <a:lnTo>
                  <a:pt x="59" y="13951"/>
                </a:lnTo>
                <a:lnTo>
                  <a:pt x="59" y="20843"/>
                </a:lnTo>
                <a:close/>
              </a:path>
            </a:pathLst>
          </a:custGeom>
          <a:solidFill>
            <a:schemeClr val="accent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02" name="Shape"/>
          <p:cNvSpPr/>
          <p:nvPr/>
        </p:nvSpPr>
        <p:spPr>
          <a:xfrm>
            <a:off x="10974240" y="457200"/>
            <a:ext cx="1216440" cy="969840"/>
          </a:xfrm>
          <a:custGeom>
            <a:avLst/>
            <a:gdLst>
              <a:gd name="textAreaLeft" fmla="*/ 0 w 1216440"/>
              <a:gd name="textAreaRight" fmla="*/ 1217520 w 1216440"/>
              <a:gd name="textAreaTop" fmla="*/ 0 h 969840"/>
              <a:gd name="textAreaBottom" fmla="*/ 970920 h 969840"/>
            </a:gdLst>
            <a:ahLst/>
            <a:cxnLst/>
            <a:rect l="textAreaLeft" t="textAreaTop" r="textAreaRight" b="textAreaBottom"/>
            <a:pathLst>
              <a:path w="21600" h="20834">
                <a:moveTo>
                  <a:pt x="3746" y="20396"/>
                </a:moveTo>
                <a:lnTo>
                  <a:pt x="21600" y="6940"/>
                </a:lnTo>
                <a:lnTo>
                  <a:pt x="21600" y="0"/>
                </a:lnTo>
                <a:lnTo>
                  <a:pt x="1171" y="15368"/>
                </a:lnTo>
                <a:cubicBezTo>
                  <a:pt x="468" y="15934"/>
                  <a:pt x="0" y="16855"/>
                  <a:pt x="0" y="17847"/>
                </a:cubicBezTo>
                <a:lnTo>
                  <a:pt x="0" y="17847"/>
                </a:lnTo>
                <a:cubicBezTo>
                  <a:pt x="0" y="20184"/>
                  <a:pt x="2107" y="21600"/>
                  <a:pt x="3746" y="20396"/>
                </a:cubicBezTo>
                <a:close/>
              </a:path>
            </a:pathLst>
          </a:custGeom>
          <a:solidFill>
            <a:schemeClr val="accent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03" name="Shape"/>
          <p:cNvSpPr/>
          <p:nvPr/>
        </p:nvSpPr>
        <p:spPr>
          <a:xfrm>
            <a:off x="0" y="327240"/>
            <a:ext cx="1388520" cy="1109160"/>
          </a:xfrm>
          <a:custGeom>
            <a:avLst/>
            <a:gdLst>
              <a:gd name="textAreaLeft" fmla="*/ 0 w 1388520"/>
              <a:gd name="textAreaRight" fmla="*/ 1389600 w 1388520"/>
              <a:gd name="textAreaTop" fmla="*/ 0 h 1109160"/>
              <a:gd name="textAreaBottom" fmla="*/ 1110240 h 1109160"/>
            </a:gdLst>
            <a:ahLst/>
            <a:cxnLst/>
            <a:rect l="textAreaLeft" t="textAreaTop" r="textAreaRight" b="textAreaBottom"/>
            <a:pathLst>
              <a:path w="21600" h="20820">
                <a:moveTo>
                  <a:pt x="0" y="20820"/>
                </a:moveTo>
                <a:lnTo>
                  <a:pt x="20471" y="5409"/>
                </a:lnTo>
                <a:cubicBezTo>
                  <a:pt x="21190" y="4852"/>
                  <a:pt x="21600" y="3924"/>
                  <a:pt x="21600" y="2933"/>
                </a:cubicBezTo>
                <a:lnTo>
                  <a:pt x="21600" y="2933"/>
                </a:lnTo>
                <a:cubicBezTo>
                  <a:pt x="21600" y="643"/>
                  <a:pt x="19496" y="-780"/>
                  <a:pt x="17855" y="458"/>
                </a:cubicBezTo>
                <a:lnTo>
                  <a:pt x="0" y="13888"/>
                </a:lnTo>
                <a:lnTo>
                  <a:pt x="0" y="20820"/>
                </a:lnTo>
                <a:close/>
              </a:path>
            </a:pathLst>
          </a:custGeom>
          <a:solidFill>
            <a:schemeClr val="accent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04" name="Shape"/>
          <p:cNvSpPr/>
          <p:nvPr/>
        </p:nvSpPr>
        <p:spPr>
          <a:xfrm>
            <a:off x="275040" y="327240"/>
            <a:ext cx="1472400" cy="1050120"/>
          </a:xfrm>
          <a:custGeom>
            <a:avLst/>
            <a:gdLst>
              <a:gd name="textAreaLeft" fmla="*/ 0 w 1472400"/>
              <a:gd name="textAreaRight" fmla="*/ 1473480 w 1472400"/>
              <a:gd name="textAreaTop" fmla="*/ 0 h 1050120"/>
              <a:gd name="textAreaBottom" fmla="*/ 1051200 h 1050120"/>
            </a:gdLst>
            <a:ahLst/>
            <a:cxnLst/>
            <a:rect l="textAreaLeft" t="textAreaTop" r="textAreaRight" b="textAreaBottom"/>
            <a:pathLst>
              <a:path w="21600" h="20040">
                <a:moveTo>
                  <a:pt x="3535" y="19610"/>
                </a:moveTo>
                <a:lnTo>
                  <a:pt x="20535" y="5881"/>
                </a:lnTo>
                <a:cubicBezTo>
                  <a:pt x="21213" y="5314"/>
                  <a:pt x="21600" y="4370"/>
                  <a:pt x="21600" y="3362"/>
                </a:cubicBezTo>
                <a:lnTo>
                  <a:pt x="21600" y="2984"/>
                </a:lnTo>
                <a:cubicBezTo>
                  <a:pt x="21600" y="654"/>
                  <a:pt x="19614" y="-794"/>
                  <a:pt x="18065" y="465"/>
                </a:cubicBezTo>
                <a:lnTo>
                  <a:pt x="1065" y="14194"/>
                </a:lnTo>
                <a:cubicBezTo>
                  <a:pt x="387" y="14761"/>
                  <a:pt x="0" y="15705"/>
                  <a:pt x="0" y="16713"/>
                </a:cubicBezTo>
                <a:lnTo>
                  <a:pt x="0" y="17091"/>
                </a:lnTo>
                <a:cubicBezTo>
                  <a:pt x="48" y="19358"/>
                  <a:pt x="2034" y="20806"/>
                  <a:pt x="3535" y="19610"/>
                </a:cubicBezTo>
                <a:close/>
              </a:path>
            </a:pathLst>
          </a:custGeom>
          <a:solidFill>
            <a:schemeClr val="lt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07" name="PlaceHolder 3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FFFFFF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FFFFFF"/>
                </a:solidFill>
                <a:uFillTx/>
                <a:latin typeface="Times New Roman"/>
                <a:ea typeface="DejaVu Sans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3F1E7C8-B31A-48E9-A5AC-043CBB0E088B}" type="slidenum">
              <a: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rPr>
              <a:t>‹#›</a:t>
            </a:fld>
            <a:endParaRPr lang="ru-RU" sz="1200" b="0" u="none" strike="noStrik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6"/>
          <p:cNvSpPr/>
          <p:nvPr/>
        </p:nvSpPr>
        <p:spPr>
          <a:xfrm>
            <a:off x="-7920" y="7007400"/>
            <a:ext cx="165060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</a:rPr>
              <a:t>© </a:t>
            </a: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  <a:hlinkClick r:id="rId3"/>
              </a:rPr>
              <a:t>presentationgo.com</a:t>
            </a:r>
            <a:endParaRPr lang="ru-RU" sz="11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13" name="Group 7"/>
          <p:cNvGrpSpPr/>
          <p:nvPr/>
        </p:nvGrpSpPr>
        <p:grpSpPr>
          <a:xfrm>
            <a:off x="-1652400" y="-16560"/>
            <a:ext cx="1562760" cy="608040"/>
            <a:chOff x="-1652400" y="-16560"/>
            <a:chExt cx="1562760" cy="608040"/>
          </a:xfrm>
        </p:grpSpPr>
        <p:sp>
          <p:nvSpPr>
            <p:cNvPr id="114" name="TextBox 8"/>
            <p:cNvSpPr/>
            <p:nvPr/>
          </p:nvSpPr>
          <p:spPr>
            <a:xfrm>
              <a:off x="-1652400" y="-16560"/>
              <a:ext cx="35964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By: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15" name="TextBox 9"/>
            <p:cNvSpPr/>
            <p:nvPr/>
          </p:nvSpPr>
          <p:spPr>
            <a:xfrm>
              <a:off x="-558000" y="349200"/>
              <a:ext cx="46836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.com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116" name="Picture 10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>
            <a:xfrm>
              <a:off x="-1577160" y="196560"/>
              <a:ext cx="1404000" cy="1850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17" name="Rectangle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chemeClr val="dk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18" name="Rectangle 15"/>
          <p:cNvSpPr/>
          <p:nvPr/>
        </p:nvSpPr>
        <p:spPr>
          <a:xfrm>
            <a:off x="0" y="0"/>
            <a:ext cx="6654240" cy="3916080"/>
          </a:xfrm>
          <a:prstGeom prst="rect">
            <a:avLst/>
          </a:prstGeom>
          <a:solidFill>
            <a:schemeClr val="dk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19" name="Shape"/>
          <p:cNvSpPr/>
          <p:nvPr/>
        </p:nvSpPr>
        <p:spPr>
          <a:xfrm>
            <a:off x="0" y="327240"/>
            <a:ext cx="1388520" cy="1109160"/>
          </a:xfrm>
          <a:custGeom>
            <a:avLst/>
            <a:gdLst>
              <a:gd name="textAreaLeft" fmla="*/ 0 w 1388520"/>
              <a:gd name="textAreaRight" fmla="*/ 1389600 w 1388520"/>
              <a:gd name="textAreaTop" fmla="*/ 0 h 1109160"/>
              <a:gd name="textAreaBottom" fmla="*/ 1110240 h 1109160"/>
            </a:gdLst>
            <a:ahLst/>
            <a:cxnLst/>
            <a:rect l="textAreaLeft" t="textAreaTop" r="textAreaRight" b="textAreaBottom"/>
            <a:pathLst>
              <a:path w="21600" h="20820">
                <a:moveTo>
                  <a:pt x="0" y="20820"/>
                </a:moveTo>
                <a:lnTo>
                  <a:pt x="20471" y="5409"/>
                </a:lnTo>
                <a:cubicBezTo>
                  <a:pt x="21190" y="4852"/>
                  <a:pt x="21600" y="3924"/>
                  <a:pt x="21600" y="2933"/>
                </a:cubicBezTo>
                <a:lnTo>
                  <a:pt x="21600" y="2933"/>
                </a:lnTo>
                <a:cubicBezTo>
                  <a:pt x="21600" y="643"/>
                  <a:pt x="19496" y="-780"/>
                  <a:pt x="17855" y="458"/>
                </a:cubicBezTo>
                <a:lnTo>
                  <a:pt x="0" y="13888"/>
                </a:lnTo>
                <a:lnTo>
                  <a:pt x="0" y="20820"/>
                </a:lnTo>
                <a:close/>
              </a:path>
            </a:pathLst>
          </a:custGeom>
          <a:solidFill>
            <a:schemeClr val="accent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20" name="Shape"/>
          <p:cNvSpPr/>
          <p:nvPr/>
        </p:nvSpPr>
        <p:spPr>
          <a:xfrm>
            <a:off x="0" y="0"/>
            <a:ext cx="12191040" cy="6856920"/>
          </a:xfrm>
          <a:custGeom>
            <a:avLst/>
            <a:gdLst>
              <a:gd name="textAreaLeft" fmla="*/ 0 w 12191040"/>
              <a:gd name="textAreaRight" fmla="*/ 12192120 w 12191040"/>
              <a:gd name="textAreaTop" fmla="*/ 0 h 6856920"/>
              <a:gd name="textAreaBottom" fmla="*/ 6858000 h 6856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1437" y="0"/>
                </a:moveTo>
                <a:lnTo>
                  <a:pt x="6623" y="5337"/>
                </a:lnTo>
                <a:cubicBezTo>
                  <a:pt x="6435" y="5546"/>
                  <a:pt x="6194" y="5306"/>
                  <a:pt x="6194" y="4920"/>
                </a:cubicBezTo>
                <a:lnTo>
                  <a:pt x="6194" y="4805"/>
                </a:lnTo>
                <a:cubicBezTo>
                  <a:pt x="6194" y="4418"/>
                  <a:pt x="5953" y="4178"/>
                  <a:pt x="5765" y="4387"/>
                </a:cubicBezTo>
                <a:lnTo>
                  <a:pt x="1932" y="8638"/>
                </a:lnTo>
                <a:cubicBezTo>
                  <a:pt x="1849" y="8732"/>
                  <a:pt x="1802" y="8889"/>
                  <a:pt x="1802" y="9056"/>
                </a:cubicBezTo>
                <a:lnTo>
                  <a:pt x="1802" y="10403"/>
                </a:lnTo>
                <a:cubicBezTo>
                  <a:pt x="1802" y="10570"/>
                  <a:pt x="1755" y="10737"/>
                  <a:pt x="1673" y="10821"/>
                </a:cubicBezTo>
                <a:lnTo>
                  <a:pt x="0" y="12670"/>
                </a:lnTo>
                <a:lnTo>
                  <a:pt x="0" y="21600"/>
                </a:lnTo>
                <a:lnTo>
                  <a:pt x="9024" y="21600"/>
                </a:lnTo>
                <a:lnTo>
                  <a:pt x="21600" y="7677"/>
                </a:lnTo>
                <a:lnTo>
                  <a:pt x="21600" y="0"/>
                </a:lnTo>
                <a:lnTo>
                  <a:pt x="11437" y="0"/>
                </a:lnTo>
                <a:close/>
              </a:path>
            </a:pathLst>
          </a:custGeom>
          <a:solidFill>
            <a:schemeClr val="accent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21" name="Shape"/>
          <p:cNvSpPr/>
          <p:nvPr/>
        </p:nvSpPr>
        <p:spPr>
          <a:xfrm>
            <a:off x="9152280" y="2673360"/>
            <a:ext cx="2345400" cy="1828080"/>
          </a:xfrm>
          <a:custGeom>
            <a:avLst/>
            <a:gdLst>
              <a:gd name="textAreaLeft" fmla="*/ 0 w 2345400"/>
              <a:gd name="textAreaRight" fmla="*/ 2346480 w 2345400"/>
              <a:gd name="textAreaTop" fmla="*/ 0 h 1828080"/>
              <a:gd name="textAreaBottom" fmla="*/ 1829160 h 1828080"/>
            </a:gdLst>
            <a:ahLst/>
            <a:cxnLst/>
            <a:rect l="textAreaLeft" t="textAreaTop" r="textAreaRight" b="textAreaBottom"/>
            <a:pathLst>
              <a:path w="21600" h="20676">
                <a:moveTo>
                  <a:pt x="2218" y="20421"/>
                </a:moveTo>
                <a:lnTo>
                  <a:pt x="20932" y="6133"/>
                </a:lnTo>
                <a:cubicBezTo>
                  <a:pt x="21357" y="5797"/>
                  <a:pt x="21600" y="5238"/>
                  <a:pt x="21600" y="4641"/>
                </a:cubicBezTo>
                <a:lnTo>
                  <a:pt x="21600" y="1768"/>
                </a:lnTo>
                <a:cubicBezTo>
                  <a:pt x="21600" y="388"/>
                  <a:pt x="20354" y="-470"/>
                  <a:pt x="19382" y="276"/>
                </a:cubicBezTo>
                <a:lnTo>
                  <a:pt x="668" y="14564"/>
                </a:lnTo>
                <a:cubicBezTo>
                  <a:pt x="243" y="14900"/>
                  <a:pt x="0" y="15460"/>
                  <a:pt x="0" y="16056"/>
                </a:cubicBezTo>
                <a:lnTo>
                  <a:pt x="0" y="18929"/>
                </a:lnTo>
                <a:cubicBezTo>
                  <a:pt x="0" y="20272"/>
                  <a:pt x="1246" y="21130"/>
                  <a:pt x="2218" y="20421"/>
                </a:cubicBezTo>
                <a:close/>
              </a:path>
            </a:pathLst>
          </a:custGeom>
          <a:solidFill>
            <a:schemeClr val="lt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22" name="Shape"/>
          <p:cNvSpPr/>
          <p:nvPr/>
        </p:nvSpPr>
        <p:spPr>
          <a:xfrm>
            <a:off x="0" y="2414880"/>
            <a:ext cx="2371680" cy="1977120"/>
          </a:xfrm>
          <a:custGeom>
            <a:avLst/>
            <a:gdLst>
              <a:gd name="textAreaLeft" fmla="*/ 0 w 2371680"/>
              <a:gd name="textAreaRight" fmla="*/ 2372760 w 2371680"/>
              <a:gd name="textAreaTop" fmla="*/ 0 h 1977120"/>
              <a:gd name="textAreaBottom" fmla="*/ 1978200 h 1977120"/>
            </a:gdLst>
            <a:ahLst/>
            <a:cxnLst/>
            <a:rect l="textAreaLeft" t="textAreaTop" r="textAreaRight" b="textAreaBottom"/>
            <a:pathLst>
              <a:path w="21600" h="21155">
                <a:moveTo>
                  <a:pt x="30" y="21155"/>
                </a:moveTo>
                <a:lnTo>
                  <a:pt x="20939" y="5873"/>
                </a:lnTo>
                <a:cubicBezTo>
                  <a:pt x="21360" y="5555"/>
                  <a:pt x="21600" y="5026"/>
                  <a:pt x="21600" y="4461"/>
                </a:cubicBezTo>
                <a:lnTo>
                  <a:pt x="21600" y="1673"/>
                </a:lnTo>
                <a:cubicBezTo>
                  <a:pt x="21600" y="367"/>
                  <a:pt x="20368" y="-445"/>
                  <a:pt x="19407" y="261"/>
                </a:cubicBezTo>
                <a:lnTo>
                  <a:pt x="0" y="14449"/>
                </a:lnTo>
                <a:lnTo>
                  <a:pt x="0" y="21155"/>
                </a:lnTo>
                <a:close/>
              </a:path>
            </a:pathLst>
          </a:custGeom>
          <a:solidFill>
            <a:schemeClr val="lt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23" name="Shape"/>
          <p:cNvSpPr/>
          <p:nvPr/>
        </p:nvSpPr>
        <p:spPr>
          <a:xfrm>
            <a:off x="10802520" y="3333240"/>
            <a:ext cx="1388520" cy="1109160"/>
          </a:xfrm>
          <a:custGeom>
            <a:avLst/>
            <a:gdLst>
              <a:gd name="textAreaLeft" fmla="*/ 0 w 1388520"/>
              <a:gd name="textAreaRight" fmla="*/ 1389600 w 1388520"/>
              <a:gd name="textAreaTop" fmla="*/ 0 h 1109160"/>
              <a:gd name="textAreaBottom" fmla="*/ 1110240 h 1109160"/>
            </a:gdLst>
            <a:ahLst/>
            <a:cxnLst/>
            <a:rect l="textAreaLeft" t="textAreaTop" r="textAreaRight" b="textAreaBottom"/>
            <a:pathLst>
              <a:path w="21600" h="20820">
                <a:moveTo>
                  <a:pt x="3694" y="20362"/>
                </a:moveTo>
                <a:lnTo>
                  <a:pt x="21600" y="6932"/>
                </a:lnTo>
                <a:lnTo>
                  <a:pt x="21600" y="0"/>
                </a:lnTo>
                <a:lnTo>
                  <a:pt x="1129" y="15411"/>
                </a:lnTo>
                <a:cubicBezTo>
                  <a:pt x="410" y="15968"/>
                  <a:pt x="0" y="16896"/>
                  <a:pt x="0" y="17887"/>
                </a:cubicBezTo>
                <a:lnTo>
                  <a:pt x="0" y="17887"/>
                </a:lnTo>
                <a:cubicBezTo>
                  <a:pt x="0" y="20176"/>
                  <a:pt x="2104" y="21600"/>
                  <a:pt x="3694" y="20362"/>
                </a:cubicBezTo>
                <a:close/>
              </a:path>
            </a:pathLst>
          </a:custGeom>
          <a:solidFill>
            <a:schemeClr val="accent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26" name="PlaceHolder 3"/>
          <p:cNvSpPr>
            <a:spLocks noGrp="1"/>
          </p:cNvSpPr>
          <p:nvPr>
            <p:ph type="ftr" idx="19"/>
          </p:nvPr>
        </p:nvSpPr>
        <p:spPr>
          <a:xfrm>
            <a:off x="5842080" y="6356520"/>
            <a:ext cx="4329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sldNum" idx="20"/>
          </p:nvPr>
        </p:nvSpPr>
        <p:spPr>
          <a:xfrm>
            <a:off x="10414080" y="6356520"/>
            <a:ext cx="93888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F12AA3F-A172-4559-A17E-42B99EE33DF9}" type="slidenum">
              <a: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6"/>
          <p:cNvSpPr/>
          <p:nvPr/>
        </p:nvSpPr>
        <p:spPr>
          <a:xfrm>
            <a:off x="-7920" y="7007400"/>
            <a:ext cx="165060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</a:rPr>
              <a:t>© </a:t>
            </a: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  <a:hlinkClick r:id="rId3"/>
              </a:rPr>
              <a:t>presentationgo.com</a:t>
            </a:r>
            <a:endParaRPr lang="ru-RU" sz="11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32" name="Group 7"/>
          <p:cNvGrpSpPr/>
          <p:nvPr/>
        </p:nvGrpSpPr>
        <p:grpSpPr>
          <a:xfrm>
            <a:off x="-1652400" y="-16560"/>
            <a:ext cx="1562760" cy="608040"/>
            <a:chOff x="-1652400" y="-16560"/>
            <a:chExt cx="1562760" cy="608040"/>
          </a:xfrm>
        </p:grpSpPr>
        <p:sp>
          <p:nvSpPr>
            <p:cNvPr id="133" name="TextBox 8"/>
            <p:cNvSpPr/>
            <p:nvPr/>
          </p:nvSpPr>
          <p:spPr>
            <a:xfrm>
              <a:off x="-1652400" y="-16560"/>
              <a:ext cx="35964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By: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34" name="TextBox 9"/>
            <p:cNvSpPr/>
            <p:nvPr/>
          </p:nvSpPr>
          <p:spPr>
            <a:xfrm>
              <a:off x="-558000" y="349200"/>
              <a:ext cx="46836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.com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135" name="Picture 10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>
            <a:xfrm>
              <a:off x="-1577160" y="196560"/>
              <a:ext cx="1404000" cy="1850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36" name="Rectangle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chemeClr val="dk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37" name="Shape"/>
          <p:cNvSpPr/>
          <p:nvPr/>
        </p:nvSpPr>
        <p:spPr>
          <a:xfrm>
            <a:off x="0" y="0"/>
            <a:ext cx="11009520" cy="6823800"/>
          </a:xfrm>
          <a:custGeom>
            <a:avLst/>
            <a:gdLst>
              <a:gd name="textAreaLeft" fmla="*/ 0 w 11009520"/>
              <a:gd name="textAreaRight" fmla="*/ 11010600 w 11009520"/>
              <a:gd name="textAreaTop" fmla="*/ 0 h 6823800"/>
              <a:gd name="textAreaBottom" fmla="*/ 6824880 h 68238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0" y="17109"/>
                </a:lnTo>
                <a:lnTo>
                  <a:pt x="0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lt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38" name="Shape"/>
          <p:cNvSpPr/>
          <p:nvPr/>
        </p:nvSpPr>
        <p:spPr>
          <a:xfrm>
            <a:off x="1136160" y="132120"/>
            <a:ext cx="8836920" cy="6549120"/>
          </a:xfrm>
          <a:custGeom>
            <a:avLst/>
            <a:gdLst>
              <a:gd name="textAreaLeft" fmla="*/ 0 w 8836920"/>
              <a:gd name="textAreaRight" fmla="*/ 8838000 w 8836920"/>
              <a:gd name="textAreaTop" fmla="*/ 0 h 6549120"/>
              <a:gd name="textAreaBottom" fmla="*/ 6550200 h 6549120"/>
            </a:gdLst>
            <a:ahLst/>
            <a:cxnLst/>
            <a:rect l="textAreaLeft" t="textAreaTop" r="textAreaRight" b="textAreaBottom"/>
            <a:pathLst>
              <a:path w="21600" h="21329">
                <a:moveTo>
                  <a:pt x="16535" y="2885"/>
                </a:moveTo>
                <a:lnTo>
                  <a:pt x="16535" y="1047"/>
                </a:lnTo>
                <a:cubicBezTo>
                  <a:pt x="16535" y="649"/>
                  <a:pt x="16204" y="402"/>
                  <a:pt x="15946" y="617"/>
                </a:cubicBezTo>
                <a:lnTo>
                  <a:pt x="3896" y="10611"/>
                </a:lnTo>
                <a:cubicBezTo>
                  <a:pt x="3783" y="10708"/>
                  <a:pt x="3718" y="10869"/>
                  <a:pt x="3718" y="11041"/>
                </a:cubicBezTo>
                <a:lnTo>
                  <a:pt x="3718" y="14147"/>
                </a:lnTo>
                <a:cubicBezTo>
                  <a:pt x="3718" y="14319"/>
                  <a:pt x="3654" y="14491"/>
                  <a:pt x="3541" y="14577"/>
                </a:cubicBezTo>
                <a:lnTo>
                  <a:pt x="3033" y="14996"/>
                </a:lnTo>
                <a:cubicBezTo>
                  <a:pt x="2920" y="15092"/>
                  <a:pt x="2855" y="15254"/>
                  <a:pt x="2855" y="15426"/>
                </a:cubicBezTo>
                <a:lnTo>
                  <a:pt x="2855" y="16382"/>
                </a:lnTo>
                <a:cubicBezTo>
                  <a:pt x="2855" y="16554"/>
                  <a:pt x="2791" y="16726"/>
                  <a:pt x="2678" y="16812"/>
                </a:cubicBezTo>
                <a:lnTo>
                  <a:pt x="177" y="18886"/>
                </a:lnTo>
                <a:cubicBezTo>
                  <a:pt x="65" y="18983"/>
                  <a:pt x="0" y="19144"/>
                  <a:pt x="0" y="19316"/>
                </a:cubicBezTo>
                <a:lnTo>
                  <a:pt x="0" y="20143"/>
                </a:lnTo>
                <a:cubicBezTo>
                  <a:pt x="0" y="20541"/>
                  <a:pt x="331" y="20788"/>
                  <a:pt x="589" y="20573"/>
                </a:cubicBezTo>
                <a:lnTo>
                  <a:pt x="2283" y="19165"/>
                </a:lnTo>
                <a:cubicBezTo>
                  <a:pt x="2541" y="18950"/>
                  <a:pt x="2871" y="19198"/>
                  <a:pt x="2871" y="19595"/>
                </a:cubicBezTo>
                <a:lnTo>
                  <a:pt x="2871" y="20820"/>
                </a:lnTo>
                <a:cubicBezTo>
                  <a:pt x="2871" y="21218"/>
                  <a:pt x="3202" y="21465"/>
                  <a:pt x="3460" y="21250"/>
                </a:cubicBezTo>
                <a:lnTo>
                  <a:pt x="21423" y="6356"/>
                </a:lnTo>
                <a:cubicBezTo>
                  <a:pt x="21535" y="6259"/>
                  <a:pt x="21600" y="6098"/>
                  <a:pt x="21600" y="5926"/>
                </a:cubicBezTo>
                <a:lnTo>
                  <a:pt x="21600" y="510"/>
                </a:lnTo>
                <a:cubicBezTo>
                  <a:pt x="21600" y="112"/>
                  <a:pt x="21269" y="-135"/>
                  <a:pt x="21011" y="80"/>
                </a:cubicBezTo>
                <a:lnTo>
                  <a:pt x="17140" y="3293"/>
                </a:lnTo>
                <a:cubicBezTo>
                  <a:pt x="16865" y="3529"/>
                  <a:pt x="16535" y="3282"/>
                  <a:pt x="16535" y="2885"/>
                </a:cubicBezTo>
                <a:close/>
              </a:path>
            </a:pathLst>
          </a:custGeom>
          <a:solidFill>
            <a:schemeClr val="accent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39" name="Shape"/>
          <p:cNvSpPr/>
          <p:nvPr/>
        </p:nvSpPr>
        <p:spPr>
          <a:xfrm>
            <a:off x="0" y="1947240"/>
            <a:ext cx="2345400" cy="1954080"/>
          </a:xfrm>
          <a:custGeom>
            <a:avLst/>
            <a:gdLst>
              <a:gd name="textAreaLeft" fmla="*/ 0 w 2345400"/>
              <a:gd name="textAreaRight" fmla="*/ 2346480 w 2345400"/>
              <a:gd name="textAreaTop" fmla="*/ 0 h 1954080"/>
              <a:gd name="textAreaBottom" fmla="*/ 1955160 h 1954080"/>
            </a:gdLst>
            <a:ahLst/>
            <a:cxnLst/>
            <a:rect l="textAreaLeft" t="textAreaTop" r="textAreaRight" b="textAreaBottom"/>
            <a:pathLst>
              <a:path w="21600" h="21150">
                <a:moveTo>
                  <a:pt x="30" y="21150"/>
                </a:moveTo>
                <a:lnTo>
                  <a:pt x="20932" y="5869"/>
                </a:lnTo>
                <a:cubicBezTo>
                  <a:pt x="21357" y="5548"/>
                  <a:pt x="21600" y="5012"/>
                  <a:pt x="21600" y="4441"/>
                </a:cubicBezTo>
                <a:lnTo>
                  <a:pt x="21600" y="1692"/>
                </a:lnTo>
                <a:cubicBezTo>
                  <a:pt x="21600" y="371"/>
                  <a:pt x="20354" y="-450"/>
                  <a:pt x="19382" y="264"/>
                </a:cubicBezTo>
                <a:lnTo>
                  <a:pt x="0" y="14438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40" name="Shape"/>
          <p:cNvSpPr/>
          <p:nvPr/>
        </p:nvSpPr>
        <p:spPr>
          <a:xfrm>
            <a:off x="9056880" y="5643360"/>
            <a:ext cx="1470960" cy="1050840"/>
          </a:xfrm>
          <a:custGeom>
            <a:avLst/>
            <a:gdLst>
              <a:gd name="textAreaLeft" fmla="*/ 0 w 1470960"/>
              <a:gd name="textAreaRight" fmla="*/ 1472040 w 1470960"/>
              <a:gd name="textAreaTop" fmla="*/ 0 h 1050840"/>
              <a:gd name="textAreaBottom" fmla="*/ 1051920 h 1050840"/>
            </a:gdLst>
            <a:ahLst/>
            <a:cxnLst/>
            <a:rect l="textAreaLeft" t="textAreaTop" r="textAreaRight" b="textAreaBottom"/>
            <a:pathLst>
              <a:path w="21600" h="20017">
                <a:moveTo>
                  <a:pt x="3535" y="19552"/>
                </a:moveTo>
                <a:lnTo>
                  <a:pt x="20535" y="5864"/>
                </a:lnTo>
                <a:cubicBezTo>
                  <a:pt x="21213" y="5299"/>
                  <a:pt x="21600" y="4357"/>
                  <a:pt x="21600" y="3352"/>
                </a:cubicBezTo>
                <a:lnTo>
                  <a:pt x="21600" y="2975"/>
                </a:lnTo>
                <a:cubicBezTo>
                  <a:pt x="21600" y="652"/>
                  <a:pt x="19614" y="-792"/>
                  <a:pt x="18065" y="464"/>
                </a:cubicBezTo>
                <a:lnTo>
                  <a:pt x="1065" y="14152"/>
                </a:lnTo>
                <a:cubicBezTo>
                  <a:pt x="387" y="14717"/>
                  <a:pt x="0" y="15659"/>
                  <a:pt x="0" y="16664"/>
                </a:cubicBezTo>
                <a:lnTo>
                  <a:pt x="0" y="17041"/>
                </a:lnTo>
                <a:cubicBezTo>
                  <a:pt x="48" y="19364"/>
                  <a:pt x="2034" y="20808"/>
                  <a:pt x="3535" y="19552"/>
                </a:cubicBezTo>
                <a:close/>
              </a:path>
            </a:pathLst>
          </a:custGeom>
          <a:solidFill>
            <a:schemeClr val="accent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41" name="Shape"/>
          <p:cNvSpPr/>
          <p:nvPr/>
        </p:nvSpPr>
        <p:spPr>
          <a:xfrm>
            <a:off x="9848880" y="1353240"/>
            <a:ext cx="2342160" cy="1954080"/>
          </a:xfrm>
          <a:custGeom>
            <a:avLst/>
            <a:gdLst>
              <a:gd name="textAreaLeft" fmla="*/ 0 w 2342160"/>
              <a:gd name="textAreaRight" fmla="*/ 2343240 w 2342160"/>
              <a:gd name="textAreaTop" fmla="*/ 0 h 1954080"/>
              <a:gd name="textAreaBottom" fmla="*/ 1955160 h 1954080"/>
            </a:gdLst>
            <a:ahLst/>
            <a:cxnLst/>
            <a:rect l="textAreaLeft" t="textAreaTop" r="textAreaRight" b="textAreaBottom"/>
            <a:pathLst>
              <a:path w="21600" h="21150">
                <a:moveTo>
                  <a:pt x="2190" y="20886"/>
                </a:moveTo>
                <a:lnTo>
                  <a:pt x="21600" y="6712"/>
                </a:lnTo>
                <a:lnTo>
                  <a:pt x="21600" y="0"/>
                </a:lnTo>
                <a:lnTo>
                  <a:pt x="669" y="15281"/>
                </a:lnTo>
                <a:cubicBezTo>
                  <a:pt x="243" y="15602"/>
                  <a:pt x="0" y="16138"/>
                  <a:pt x="0" y="16709"/>
                </a:cubicBezTo>
                <a:lnTo>
                  <a:pt x="0" y="19458"/>
                </a:lnTo>
                <a:cubicBezTo>
                  <a:pt x="0" y="20779"/>
                  <a:pt x="1247" y="21600"/>
                  <a:pt x="2190" y="20886"/>
                </a:cubicBezTo>
                <a:close/>
              </a:path>
            </a:pathLst>
          </a:custGeom>
          <a:solidFill>
            <a:schemeClr val="accent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42" name="Shape"/>
          <p:cNvSpPr/>
          <p:nvPr/>
        </p:nvSpPr>
        <p:spPr>
          <a:xfrm>
            <a:off x="7333560" y="2770200"/>
            <a:ext cx="1391760" cy="981720"/>
          </a:xfrm>
          <a:custGeom>
            <a:avLst/>
            <a:gdLst>
              <a:gd name="textAreaLeft" fmla="*/ 0 w 1391760"/>
              <a:gd name="textAreaRight" fmla="*/ 1392840 w 1391760"/>
              <a:gd name="textAreaTop" fmla="*/ 0 h 981720"/>
              <a:gd name="textAreaBottom" fmla="*/ 982800 h 981720"/>
            </a:gdLst>
            <a:ahLst/>
            <a:cxnLst/>
            <a:rect l="textAreaLeft" t="textAreaTop" r="textAreaRight" b="textAreaBottom"/>
            <a:pathLst>
              <a:path w="21600" h="19914">
                <a:moveTo>
                  <a:pt x="3737" y="19420"/>
                </a:moveTo>
                <a:lnTo>
                  <a:pt x="20474" y="5844"/>
                </a:lnTo>
                <a:cubicBezTo>
                  <a:pt x="21191" y="5242"/>
                  <a:pt x="21600" y="4239"/>
                  <a:pt x="21600" y="3169"/>
                </a:cubicBezTo>
                <a:lnTo>
                  <a:pt x="21600" y="3169"/>
                </a:lnTo>
                <a:cubicBezTo>
                  <a:pt x="21600" y="695"/>
                  <a:pt x="19501" y="-843"/>
                  <a:pt x="17863" y="494"/>
                </a:cubicBezTo>
                <a:lnTo>
                  <a:pt x="1126" y="14070"/>
                </a:lnTo>
                <a:cubicBezTo>
                  <a:pt x="409" y="14672"/>
                  <a:pt x="0" y="15675"/>
                  <a:pt x="0" y="16745"/>
                </a:cubicBezTo>
                <a:lnTo>
                  <a:pt x="0" y="16745"/>
                </a:lnTo>
                <a:cubicBezTo>
                  <a:pt x="51" y="19219"/>
                  <a:pt x="2150" y="20757"/>
                  <a:pt x="3737" y="19420"/>
                </a:cubicBezTo>
                <a:close/>
              </a:path>
            </a:pathLst>
          </a:custGeom>
          <a:solidFill>
            <a:schemeClr val="lt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43" name="Shape"/>
          <p:cNvSpPr/>
          <p:nvPr/>
        </p:nvSpPr>
        <p:spPr>
          <a:xfrm>
            <a:off x="3215160" y="5379480"/>
            <a:ext cx="1391760" cy="980280"/>
          </a:xfrm>
          <a:custGeom>
            <a:avLst/>
            <a:gdLst>
              <a:gd name="textAreaLeft" fmla="*/ 0 w 1391760"/>
              <a:gd name="textAreaRight" fmla="*/ 1392840 w 1391760"/>
              <a:gd name="textAreaTop" fmla="*/ 0 h 980280"/>
              <a:gd name="textAreaBottom" fmla="*/ 981360 h 980280"/>
            </a:gdLst>
            <a:ahLst/>
            <a:cxnLst/>
            <a:rect l="textAreaLeft" t="textAreaTop" r="textAreaRight" b="textAreaBottom"/>
            <a:pathLst>
              <a:path w="21600" h="19947">
                <a:moveTo>
                  <a:pt x="3737" y="19479"/>
                </a:moveTo>
                <a:lnTo>
                  <a:pt x="20474" y="5862"/>
                </a:lnTo>
                <a:cubicBezTo>
                  <a:pt x="21191" y="5258"/>
                  <a:pt x="21600" y="4252"/>
                  <a:pt x="21600" y="3179"/>
                </a:cubicBezTo>
                <a:lnTo>
                  <a:pt x="21600" y="3179"/>
                </a:lnTo>
                <a:cubicBezTo>
                  <a:pt x="21600" y="697"/>
                  <a:pt x="19501" y="-846"/>
                  <a:pt x="17864" y="496"/>
                </a:cubicBezTo>
                <a:lnTo>
                  <a:pt x="1126" y="14113"/>
                </a:lnTo>
                <a:cubicBezTo>
                  <a:pt x="410" y="14717"/>
                  <a:pt x="0" y="15723"/>
                  <a:pt x="0" y="16796"/>
                </a:cubicBezTo>
                <a:lnTo>
                  <a:pt x="0" y="16796"/>
                </a:lnTo>
                <a:cubicBezTo>
                  <a:pt x="0" y="19278"/>
                  <a:pt x="2099" y="20754"/>
                  <a:pt x="3737" y="19479"/>
                </a:cubicBez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44" name="Shape"/>
          <p:cNvSpPr/>
          <p:nvPr/>
        </p:nvSpPr>
        <p:spPr>
          <a:xfrm>
            <a:off x="10802520" y="3333240"/>
            <a:ext cx="1388520" cy="1109160"/>
          </a:xfrm>
          <a:custGeom>
            <a:avLst/>
            <a:gdLst>
              <a:gd name="textAreaLeft" fmla="*/ 0 w 1388520"/>
              <a:gd name="textAreaRight" fmla="*/ 1389600 w 1388520"/>
              <a:gd name="textAreaTop" fmla="*/ 0 h 1109160"/>
              <a:gd name="textAreaBottom" fmla="*/ 1110240 h 1109160"/>
            </a:gdLst>
            <a:ahLst/>
            <a:cxnLst/>
            <a:rect l="textAreaLeft" t="textAreaTop" r="textAreaRight" b="textAreaBottom"/>
            <a:pathLst>
              <a:path w="21600" h="20820">
                <a:moveTo>
                  <a:pt x="3694" y="20362"/>
                </a:moveTo>
                <a:lnTo>
                  <a:pt x="21600" y="6932"/>
                </a:lnTo>
                <a:lnTo>
                  <a:pt x="21600" y="0"/>
                </a:lnTo>
                <a:lnTo>
                  <a:pt x="1129" y="15411"/>
                </a:lnTo>
                <a:cubicBezTo>
                  <a:pt x="410" y="15968"/>
                  <a:pt x="0" y="16896"/>
                  <a:pt x="0" y="17887"/>
                </a:cubicBezTo>
                <a:lnTo>
                  <a:pt x="0" y="17887"/>
                </a:lnTo>
                <a:cubicBezTo>
                  <a:pt x="0" y="20176"/>
                  <a:pt x="2104" y="21600"/>
                  <a:pt x="3694" y="20362"/>
                </a:cubicBezTo>
                <a:close/>
              </a:path>
            </a:pathLst>
          </a:custGeom>
          <a:solidFill>
            <a:schemeClr val="lt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47" name="PlaceHolder 3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B3DC044-EE8E-423E-9B81-56019D6FE178}" type="slidenum">
              <a: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6"/>
          <p:cNvSpPr/>
          <p:nvPr/>
        </p:nvSpPr>
        <p:spPr>
          <a:xfrm>
            <a:off x="-7920" y="7007400"/>
            <a:ext cx="165060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</a:rPr>
              <a:t>© </a:t>
            </a: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  <a:hlinkClick r:id="rId3"/>
              </a:rPr>
              <a:t>presentationgo.com</a:t>
            </a:r>
            <a:endParaRPr lang="ru-RU" sz="11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53" name="Group 7"/>
          <p:cNvGrpSpPr/>
          <p:nvPr/>
        </p:nvGrpSpPr>
        <p:grpSpPr>
          <a:xfrm>
            <a:off x="-1652400" y="-16560"/>
            <a:ext cx="1562760" cy="608040"/>
            <a:chOff x="-1652400" y="-16560"/>
            <a:chExt cx="1562760" cy="608040"/>
          </a:xfrm>
        </p:grpSpPr>
        <p:sp>
          <p:nvSpPr>
            <p:cNvPr id="154" name="TextBox 8"/>
            <p:cNvSpPr/>
            <p:nvPr/>
          </p:nvSpPr>
          <p:spPr>
            <a:xfrm>
              <a:off x="-1652400" y="-16560"/>
              <a:ext cx="35964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By: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55" name="TextBox 9"/>
            <p:cNvSpPr/>
            <p:nvPr/>
          </p:nvSpPr>
          <p:spPr>
            <a:xfrm>
              <a:off x="-558000" y="349200"/>
              <a:ext cx="46836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.com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156" name="Picture 10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>
            <a:xfrm>
              <a:off x="-1577160" y="196560"/>
              <a:ext cx="1404000" cy="1850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57" name="Shape"/>
          <p:cNvSpPr/>
          <p:nvPr/>
        </p:nvSpPr>
        <p:spPr>
          <a:xfrm>
            <a:off x="0" y="1664280"/>
            <a:ext cx="2463480" cy="2074680"/>
          </a:xfrm>
          <a:custGeom>
            <a:avLst/>
            <a:gdLst>
              <a:gd name="textAreaLeft" fmla="*/ 0 w 2463480"/>
              <a:gd name="textAreaRight" fmla="*/ 2464560 w 2463480"/>
              <a:gd name="textAreaTop" fmla="*/ 0 h 2074680"/>
              <a:gd name="textAreaBottom" fmla="*/ 2075760 h 2074680"/>
            </a:gdLst>
            <a:ahLst/>
            <a:cxnLst/>
            <a:rect l="textAreaLeft" t="textAreaTop" r="textAreaRight" b="textAreaBottom"/>
            <a:pathLst>
              <a:path w="21600" h="21240">
                <a:moveTo>
                  <a:pt x="0" y="21240"/>
                </a:moveTo>
                <a:lnTo>
                  <a:pt x="21021" y="5961"/>
                </a:lnTo>
                <a:cubicBezTo>
                  <a:pt x="21368" y="5691"/>
                  <a:pt x="21600" y="5251"/>
                  <a:pt x="21600" y="4778"/>
                </a:cubicBezTo>
                <a:lnTo>
                  <a:pt x="21600" y="1398"/>
                </a:lnTo>
                <a:cubicBezTo>
                  <a:pt x="21600" y="282"/>
                  <a:pt x="20558" y="-360"/>
                  <a:pt x="19776" y="215"/>
                </a:cubicBezTo>
                <a:lnTo>
                  <a:pt x="29" y="14581"/>
                </a:lnTo>
                <a:lnTo>
                  <a:pt x="29" y="21240"/>
                </a:lnTo>
                <a:close/>
              </a:path>
            </a:pathLst>
          </a:custGeom>
          <a:solidFill>
            <a:schemeClr val="accent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58" name="Shape"/>
          <p:cNvSpPr/>
          <p:nvPr/>
        </p:nvSpPr>
        <p:spPr>
          <a:xfrm>
            <a:off x="401760" y="942480"/>
            <a:ext cx="1472400" cy="1050120"/>
          </a:xfrm>
          <a:custGeom>
            <a:avLst/>
            <a:gdLst>
              <a:gd name="textAreaLeft" fmla="*/ 0 w 1472400"/>
              <a:gd name="textAreaRight" fmla="*/ 1473480 w 1472400"/>
              <a:gd name="textAreaTop" fmla="*/ 0 h 1050120"/>
              <a:gd name="textAreaBottom" fmla="*/ 1051200 h 1050120"/>
            </a:gdLst>
            <a:ahLst/>
            <a:cxnLst/>
            <a:rect l="textAreaLeft" t="textAreaTop" r="textAreaRight" b="textAreaBottom"/>
            <a:pathLst>
              <a:path w="21600" h="20040">
                <a:moveTo>
                  <a:pt x="3535" y="19610"/>
                </a:moveTo>
                <a:lnTo>
                  <a:pt x="20535" y="5881"/>
                </a:lnTo>
                <a:cubicBezTo>
                  <a:pt x="21213" y="5314"/>
                  <a:pt x="21600" y="4370"/>
                  <a:pt x="21600" y="3362"/>
                </a:cubicBezTo>
                <a:lnTo>
                  <a:pt x="21600" y="2984"/>
                </a:lnTo>
                <a:cubicBezTo>
                  <a:pt x="21600" y="654"/>
                  <a:pt x="19614" y="-794"/>
                  <a:pt x="18065" y="465"/>
                </a:cubicBezTo>
                <a:lnTo>
                  <a:pt x="1065" y="14194"/>
                </a:lnTo>
                <a:cubicBezTo>
                  <a:pt x="387" y="14761"/>
                  <a:pt x="0" y="15705"/>
                  <a:pt x="0" y="16713"/>
                </a:cubicBezTo>
                <a:lnTo>
                  <a:pt x="0" y="17091"/>
                </a:lnTo>
                <a:cubicBezTo>
                  <a:pt x="48" y="19358"/>
                  <a:pt x="2034" y="20806"/>
                  <a:pt x="3535" y="19610"/>
                </a:cubicBezTo>
                <a:close/>
              </a:path>
            </a:pathLst>
          </a:custGeom>
          <a:solidFill>
            <a:schemeClr val="dk2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3000" b="0" u="none" strike="noStrike">
              <a:solidFill>
                <a:srgbClr val="FFFFFF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61" name="PlaceHolder 3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B00DD34-B8BE-411C-B712-9A0F19373031}" type="slidenum">
              <a: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6"/>
          <p:cNvSpPr/>
          <p:nvPr/>
        </p:nvSpPr>
        <p:spPr>
          <a:xfrm>
            <a:off x="-7920" y="7007400"/>
            <a:ext cx="165060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</a:rPr>
              <a:t>© </a:t>
            </a: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  <a:hlinkClick r:id="rId3"/>
              </a:rPr>
              <a:t>presentationgo.com</a:t>
            </a:r>
            <a:endParaRPr lang="ru-RU" sz="11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67" name="Group 7"/>
          <p:cNvGrpSpPr/>
          <p:nvPr/>
        </p:nvGrpSpPr>
        <p:grpSpPr>
          <a:xfrm>
            <a:off x="-1652400" y="-16560"/>
            <a:ext cx="1562760" cy="608040"/>
            <a:chOff x="-1652400" y="-16560"/>
            <a:chExt cx="1562760" cy="608040"/>
          </a:xfrm>
        </p:grpSpPr>
        <p:sp>
          <p:nvSpPr>
            <p:cNvPr id="168" name="TextBox 8"/>
            <p:cNvSpPr/>
            <p:nvPr/>
          </p:nvSpPr>
          <p:spPr>
            <a:xfrm>
              <a:off x="-1652400" y="-16560"/>
              <a:ext cx="35964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By: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69" name="TextBox 9"/>
            <p:cNvSpPr/>
            <p:nvPr/>
          </p:nvSpPr>
          <p:spPr>
            <a:xfrm>
              <a:off x="-558000" y="349200"/>
              <a:ext cx="46836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.com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170" name="Picture 10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>
            <a:xfrm>
              <a:off x="-1577160" y="196560"/>
              <a:ext cx="1404000" cy="1850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71" name="Group 1"/>
          <p:cNvGrpSpPr/>
          <p:nvPr/>
        </p:nvGrpSpPr>
        <p:grpSpPr>
          <a:xfrm>
            <a:off x="838080" y="1830600"/>
            <a:ext cx="10514520" cy="1739880"/>
            <a:chOff x="838080" y="1830600"/>
            <a:chExt cx="10514520" cy="1739880"/>
          </a:xfrm>
        </p:grpSpPr>
        <p:sp>
          <p:nvSpPr>
            <p:cNvPr id="172" name="Rectangle 174"/>
            <p:cNvSpPr/>
            <p:nvPr/>
          </p:nvSpPr>
          <p:spPr>
            <a:xfrm>
              <a:off x="838080" y="1830600"/>
              <a:ext cx="893160" cy="1739880"/>
            </a:xfrm>
            <a:prstGeom prst="rect">
              <a:avLst/>
            </a:prstGeom>
            <a:solidFill>
              <a:schemeClr val="lt1">
                <a:lumMod val="5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73" name="Rectangle 173"/>
            <p:cNvSpPr/>
            <p:nvPr/>
          </p:nvSpPr>
          <p:spPr>
            <a:xfrm>
              <a:off x="838080" y="1830600"/>
              <a:ext cx="893160" cy="1550160"/>
            </a:xfrm>
            <a:prstGeom prst="rect">
              <a:avLst/>
            </a:prstGeom>
            <a:solidFill>
              <a:schemeClr val="lt1">
                <a:lumMod val="65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74" name="Rectangle 172"/>
            <p:cNvSpPr/>
            <p:nvPr/>
          </p:nvSpPr>
          <p:spPr>
            <a:xfrm>
              <a:off x="838080" y="1830600"/>
              <a:ext cx="893160" cy="1360440"/>
            </a:xfrm>
            <a:prstGeom prst="rect">
              <a:avLst/>
            </a:prstGeom>
            <a:solidFill>
              <a:schemeClr val="lt1">
                <a:lumMod val="75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75" name="Rectangle 171"/>
            <p:cNvSpPr/>
            <p:nvPr/>
          </p:nvSpPr>
          <p:spPr>
            <a:xfrm>
              <a:off x="838080" y="1830600"/>
              <a:ext cx="893160" cy="1170720"/>
            </a:xfrm>
            <a:prstGeom prst="rect">
              <a:avLst/>
            </a:prstGeom>
            <a:solidFill>
              <a:schemeClr val="lt1">
                <a:lumMod val="85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76" name="Rectangle 170"/>
            <p:cNvSpPr/>
            <p:nvPr/>
          </p:nvSpPr>
          <p:spPr>
            <a:xfrm>
              <a:off x="838080" y="1830600"/>
              <a:ext cx="893160" cy="980640"/>
            </a:xfrm>
            <a:prstGeom prst="rect">
              <a:avLst/>
            </a:prstGeom>
            <a:solidFill>
              <a:schemeClr val="lt1">
                <a:lumMod val="95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77" name="Rectangle 169"/>
            <p:cNvSpPr/>
            <p:nvPr/>
          </p:nvSpPr>
          <p:spPr>
            <a:xfrm>
              <a:off x="838080" y="1830600"/>
              <a:ext cx="893160" cy="787320"/>
            </a:xfrm>
            <a:prstGeom prst="rect">
              <a:avLst/>
            </a:prstGeom>
            <a:solidFill>
              <a:schemeClr val="lt1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78" name="Rectangle 178"/>
            <p:cNvSpPr/>
            <p:nvPr/>
          </p:nvSpPr>
          <p:spPr>
            <a:xfrm>
              <a:off x="1907280" y="1830600"/>
              <a:ext cx="893160" cy="1739880"/>
            </a:xfrm>
            <a:prstGeom prst="rect">
              <a:avLst/>
            </a:prstGeom>
            <a:solidFill>
              <a:schemeClr val="dk1">
                <a:lumMod val="95000"/>
                <a:lumOff val="5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79" name="Rectangle 179"/>
            <p:cNvSpPr/>
            <p:nvPr/>
          </p:nvSpPr>
          <p:spPr>
            <a:xfrm>
              <a:off x="1907280" y="1830600"/>
              <a:ext cx="893160" cy="1550160"/>
            </a:xfrm>
            <a:prstGeom prst="rect">
              <a:avLst/>
            </a:prstGeom>
            <a:solidFill>
              <a:schemeClr val="dk1">
                <a:lumMod val="85000"/>
                <a:lumOff val="15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80" name="Rectangle 180"/>
            <p:cNvSpPr/>
            <p:nvPr/>
          </p:nvSpPr>
          <p:spPr>
            <a:xfrm>
              <a:off x="1907280" y="1830600"/>
              <a:ext cx="893160" cy="1360440"/>
            </a:xfrm>
            <a:prstGeom prst="rect">
              <a:avLst/>
            </a:prstGeom>
            <a:solidFill>
              <a:schemeClr val="dk1">
                <a:lumMod val="75000"/>
                <a:lumOff val="25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81" name="Rectangle 181"/>
            <p:cNvSpPr/>
            <p:nvPr/>
          </p:nvSpPr>
          <p:spPr>
            <a:xfrm>
              <a:off x="1907280" y="1830600"/>
              <a:ext cx="893160" cy="1170720"/>
            </a:xfrm>
            <a:prstGeom prst="rect">
              <a:avLst/>
            </a:prstGeom>
            <a:solidFill>
              <a:schemeClr val="dk1">
                <a:lumMod val="65000"/>
                <a:lumOff val="35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82" name="Rectangle 182"/>
            <p:cNvSpPr/>
            <p:nvPr/>
          </p:nvSpPr>
          <p:spPr>
            <a:xfrm>
              <a:off x="1907280" y="1830600"/>
              <a:ext cx="893160" cy="980640"/>
            </a:xfrm>
            <a:prstGeom prst="rect">
              <a:avLst/>
            </a:prstGeom>
            <a:solidFill>
              <a:schemeClr val="dk1">
                <a:lumMod val="50000"/>
                <a:lumOff val="5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83" name="Rectangle 183"/>
            <p:cNvSpPr/>
            <p:nvPr/>
          </p:nvSpPr>
          <p:spPr>
            <a:xfrm>
              <a:off x="1907280" y="1830600"/>
              <a:ext cx="893160" cy="787320"/>
            </a:xfrm>
            <a:prstGeom prst="rect">
              <a:avLst/>
            </a:prstGeom>
            <a:solidFill>
              <a:srgbClr val="000000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84" name="Rectangle 185"/>
            <p:cNvSpPr/>
            <p:nvPr/>
          </p:nvSpPr>
          <p:spPr>
            <a:xfrm>
              <a:off x="2976120" y="1830600"/>
              <a:ext cx="893160" cy="1739880"/>
            </a:xfrm>
            <a:prstGeom prst="rect">
              <a:avLst/>
            </a:prstGeom>
            <a:solidFill>
              <a:schemeClr val="lt2">
                <a:lumMod val="1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85" name="Rectangle 186"/>
            <p:cNvSpPr/>
            <p:nvPr/>
          </p:nvSpPr>
          <p:spPr>
            <a:xfrm>
              <a:off x="2976120" y="1830600"/>
              <a:ext cx="893160" cy="1550160"/>
            </a:xfrm>
            <a:prstGeom prst="rect">
              <a:avLst/>
            </a:prstGeom>
            <a:solidFill>
              <a:schemeClr val="lt2">
                <a:lumMod val="25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86" name="Rectangle 187"/>
            <p:cNvSpPr/>
            <p:nvPr/>
          </p:nvSpPr>
          <p:spPr>
            <a:xfrm>
              <a:off x="2976120" y="1830600"/>
              <a:ext cx="893160" cy="1360440"/>
            </a:xfrm>
            <a:prstGeom prst="rect">
              <a:avLst/>
            </a:prstGeom>
            <a:solidFill>
              <a:schemeClr val="lt2">
                <a:lumMod val="5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87" name="Rectangle 188"/>
            <p:cNvSpPr/>
            <p:nvPr/>
          </p:nvSpPr>
          <p:spPr>
            <a:xfrm>
              <a:off x="2976120" y="1830600"/>
              <a:ext cx="893160" cy="1170720"/>
            </a:xfrm>
            <a:prstGeom prst="rect">
              <a:avLst/>
            </a:prstGeom>
            <a:solidFill>
              <a:schemeClr val="lt2">
                <a:lumMod val="75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88" name="Rectangle 189"/>
            <p:cNvSpPr/>
            <p:nvPr/>
          </p:nvSpPr>
          <p:spPr>
            <a:xfrm>
              <a:off x="2976120" y="1830600"/>
              <a:ext cx="893160" cy="980640"/>
            </a:xfrm>
            <a:prstGeom prst="rect">
              <a:avLst/>
            </a:prstGeom>
            <a:solidFill>
              <a:schemeClr val="lt2">
                <a:lumMod val="9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89" name="Rectangle 190"/>
            <p:cNvSpPr/>
            <p:nvPr/>
          </p:nvSpPr>
          <p:spPr>
            <a:xfrm>
              <a:off x="2976120" y="1830600"/>
              <a:ext cx="893160" cy="787320"/>
            </a:xfrm>
            <a:prstGeom prst="rect">
              <a:avLst/>
            </a:prstGeom>
            <a:solidFill>
              <a:schemeClr val="lt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90" name="Rectangle 192"/>
            <p:cNvSpPr/>
            <p:nvPr/>
          </p:nvSpPr>
          <p:spPr>
            <a:xfrm>
              <a:off x="4045320" y="1830600"/>
              <a:ext cx="893160" cy="1739880"/>
            </a:xfrm>
            <a:prstGeom prst="rect">
              <a:avLst/>
            </a:prstGeom>
            <a:solidFill>
              <a:schemeClr val="dk2">
                <a:lumMod val="5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91" name="Rectangle 193"/>
            <p:cNvSpPr/>
            <p:nvPr/>
          </p:nvSpPr>
          <p:spPr>
            <a:xfrm>
              <a:off x="4045320" y="1830600"/>
              <a:ext cx="893160" cy="1550160"/>
            </a:xfrm>
            <a:prstGeom prst="rect">
              <a:avLst/>
            </a:prstGeom>
            <a:solidFill>
              <a:schemeClr val="dk2">
                <a:lumMod val="75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92" name="Rectangle 194"/>
            <p:cNvSpPr/>
            <p:nvPr/>
          </p:nvSpPr>
          <p:spPr>
            <a:xfrm>
              <a:off x="4045320" y="1830600"/>
              <a:ext cx="893160" cy="1360440"/>
            </a:xfrm>
            <a:prstGeom prst="rect">
              <a:avLst/>
            </a:prstGeom>
            <a:solidFill>
              <a:schemeClr val="dk2">
                <a:lumMod val="60000"/>
                <a:lumOff val="4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93" name="Rectangle 195"/>
            <p:cNvSpPr/>
            <p:nvPr/>
          </p:nvSpPr>
          <p:spPr>
            <a:xfrm>
              <a:off x="4045320" y="1830600"/>
              <a:ext cx="893160" cy="1170720"/>
            </a:xfrm>
            <a:prstGeom prst="rect">
              <a:avLst/>
            </a:prstGeom>
            <a:solidFill>
              <a:schemeClr val="dk2">
                <a:lumMod val="40000"/>
                <a:lumOff val="6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94" name="Rectangle 196"/>
            <p:cNvSpPr/>
            <p:nvPr/>
          </p:nvSpPr>
          <p:spPr>
            <a:xfrm>
              <a:off x="4045320" y="1830600"/>
              <a:ext cx="893160" cy="980640"/>
            </a:xfrm>
            <a:prstGeom prst="rect">
              <a:avLst/>
            </a:prstGeom>
            <a:solidFill>
              <a:schemeClr val="dk2">
                <a:lumMod val="20000"/>
                <a:lumOff val="8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95" name="Rectangle 197"/>
            <p:cNvSpPr/>
            <p:nvPr/>
          </p:nvSpPr>
          <p:spPr>
            <a:xfrm>
              <a:off x="4045320" y="1830600"/>
              <a:ext cx="893160" cy="787320"/>
            </a:xfrm>
            <a:prstGeom prst="rect">
              <a:avLst/>
            </a:pr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96" name="Rectangle 199"/>
            <p:cNvSpPr/>
            <p:nvPr/>
          </p:nvSpPr>
          <p:spPr>
            <a:xfrm>
              <a:off x="5114160" y="1830600"/>
              <a:ext cx="893160" cy="173988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97" name="Rectangle 200"/>
            <p:cNvSpPr/>
            <p:nvPr/>
          </p:nvSpPr>
          <p:spPr>
            <a:xfrm>
              <a:off x="5114160" y="1830600"/>
              <a:ext cx="893160" cy="155016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98" name="Rectangle 201"/>
            <p:cNvSpPr/>
            <p:nvPr/>
          </p:nvSpPr>
          <p:spPr>
            <a:xfrm>
              <a:off x="5114160" y="1830600"/>
              <a:ext cx="893160" cy="13604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199" name="Rectangle 202"/>
            <p:cNvSpPr/>
            <p:nvPr/>
          </p:nvSpPr>
          <p:spPr>
            <a:xfrm>
              <a:off x="5114160" y="1830600"/>
              <a:ext cx="893160" cy="117072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00" name="Rectangle 203"/>
            <p:cNvSpPr/>
            <p:nvPr/>
          </p:nvSpPr>
          <p:spPr>
            <a:xfrm>
              <a:off x="5114160" y="1830600"/>
              <a:ext cx="893160" cy="9806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01" name="Rectangle 204"/>
            <p:cNvSpPr/>
            <p:nvPr/>
          </p:nvSpPr>
          <p:spPr>
            <a:xfrm>
              <a:off x="5114160" y="1830600"/>
              <a:ext cx="893160" cy="787320"/>
            </a:xfrm>
            <a:prstGeom prst="rect">
              <a:avLst/>
            </a:prstGeom>
            <a:solidFill>
              <a:schemeClr val="accent1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02" name="Rectangle 206"/>
            <p:cNvSpPr/>
            <p:nvPr/>
          </p:nvSpPr>
          <p:spPr>
            <a:xfrm>
              <a:off x="6183360" y="1830600"/>
              <a:ext cx="893160" cy="173988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03" name="Rectangle 207"/>
            <p:cNvSpPr/>
            <p:nvPr/>
          </p:nvSpPr>
          <p:spPr>
            <a:xfrm>
              <a:off x="6183360" y="1830600"/>
              <a:ext cx="893160" cy="155016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04" name="Rectangle 208"/>
            <p:cNvSpPr/>
            <p:nvPr/>
          </p:nvSpPr>
          <p:spPr>
            <a:xfrm>
              <a:off x="6183360" y="1830600"/>
              <a:ext cx="893160" cy="136044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05" name="Rectangle 209"/>
            <p:cNvSpPr/>
            <p:nvPr/>
          </p:nvSpPr>
          <p:spPr>
            <a:xfrm>
              <a:off x="6183360" y="1830600"/>
              <a:ext cx="893160" cy="117072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06" name="Rectangle 210"/>
            <p:cNvSpPr/>
            <p:nvPr/>
          </p:nvSpPr>
          <p:spPr>
            <a:xfrm>
              <a:off x="6183360" y="1830600"/>
              <a:ext cx="893160" cy="98064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07" name="Rectangle 211"/>
            <p:cNvSpPr/>
            <p:nvPr/>
          </p:nvSpPr>
          <p:spPr>
            <a:xfrm>
              <a:off x="6183360" y="1830600"/>
              <a:ext cx="893160" cy="787320"/>
            </a:xfrm>
            <a:prstGeom prst="rect">
              <a:avLst/>
            </a:prstGeom>
            <a:solidFill>
              <a:schemeClr val="accent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08" name="Rectangle 213"/>
            <p:cNvSpPr/>
            <p:nvPr/>
          </p:nvSpPr>
          <p:spPr>
            <a:xfrm>
              <a:off x="7252560" y="1830600"/>
              <a:ext cx="893160" cy="173988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09" name="Rectangle 214"/>
            <p:cNvSpPr/>
            <p:nvPr/>
          </p:nvSpPr>
          <p:spPr>
            <a:xfrm>
              <a:off x="7252560" y="1830600"/>
              <a:ext cx="893160" cy="155016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10" name="Rectangle 215"/>
            <p:cNvSpPr/>
            <p:nvPr/>
          </p:nvSpPr>
          <p:spPr>
            <a:xfrm>
              <a:off x="7252560" y="1830600"/>
              <a:ext cx="893160" cy="136044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11" name="Rectangle 216"/>
            <p:cNvSpPr/>
            <p:nvPr/>
          </p:nvSpPr>
          <p:spPr>
            <a:xfrm>
              <a:off x="7252560" y="1830600"/>
              <a:ext cx="893160" cy="117072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12" name="Rectangle 217"/>
            <p:cNvSpPr/>
            <p:nvPr/>
          </p:nvSpPr>
          <p:spPr>
            <a:xfrm>
              <a:off x="7252560" y="1830600"/>
              <a:ext cx="893160" cy="98064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13" name="Rectangle 218"/>
            <p:cNvSpPr/>
            <p:nvPr/>
          </p:nvSpPr>
          <p:spPr>
            <a:xfrm>
              <a:off x="7252560" y="1830600"/>
              <a:ext cx="893160" cy="787320"/>
            </a:xfrm>
            <a:prstGeom prst="rect">
              <a:avLst/>
            </a:prstGeom>
            <a:solidFill>
              <a:schemeClr val="accent3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14" name="Rectangle 220"/>
            <p:cNvSpPr/>
            <p:nvPr/>
          </p:nvSpPr>
          <p:spPr>
            <a:xfrm>
              <a:off x="8321400" y="1830600"/>
              <a:ext cx="893160" cy="173988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15" name="Rectangle 221"/>
            <p:cNvSpPr/>
            <p:nvPr/>
          </p:nvSpPr>
          <p:spPr>
            <a:xfrm>
              <a:off x="8321400" y="1830600"/>
              <a:ext cx="893160" cy="155016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16" name="Rectangle 222"/>
            <p:cNvSpPr/>
            <p:nvPr/>
          </p:nvSpPr>
          <p:spPr>
            <a:xfrm>
              <a:off x="8321400" y="1830600"/>
              <a:ext cx="893160" cy="136044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17" name="Rectangle 223"/>
            <p:cNvSpPr/>
            <p:nvPr/>
          </p:nvSpPr>
          <p:spPr>
            <a:xfrm>
              <a:off x="8321400" y="1830600"/>
              <a:ext cx="893160" cy="117072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18" name="Rectangle 224"/>
            <p:cNvSpPr/>
            <p:nvPr/>
          </p:nvSpPr>
          <p:spPr>
            <a:xfrm>
              <a:off x="8321400" y="1830600"/>
              <a:ext cx="893160" cy="9806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19" name="Rectangle 225"/>
            <p:cNvSpPr/>
            <p:nvPr/>
          </p:nvSpPr>
          <p:spPr>
            <a:xfrm>
              <a:off x="8321400" y="1830600"/>
              <a:ext cx="893160" cy="787320"/>
            </a:xfrm>
            <a:prstGeom prst="rect">
              <a:avLst/>
            </a:prstGeom>
            <a:solidFill>
              <a:schemeClr val="accent4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20" name="Rectangle 227"/>
            <p:cNvSpPr/>
            <p:nvPr/>
          </p:nvSpPr>
          <p:spPr>
            <a:xfrm>
              <a:off x="9390600" y="1830600"/>
              <a:ext cx="893160" cy="173988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21" name="Rectangle 228"/>
            <p:cNvSpPr/>
            <p:nvPr/>
          </p:nvSpPr>
          <p:spPr>
            <a:xfrm>
              <a:off x="9390600" y="1830600"/>
              <a:ext cx="893160" cy="155016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22" name="Rectangle 229"/>
            <p:cNvSpPr/>
            <p:nvPr/>
          </p:nvSpPr>
          <p:spPr>
            <a:xfrm>
              <a:off x="9390600" y="1830600"/>
              <a:ext cx="893160" cy="136044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23" name="Rectangle 230"/>
            <p:cNvSpPr/>
            <p:nvPr/>
          </p:nvSpPr>
          <p:spPr>
            <a:xfrm>
              <a:off x="9390600" y="1830600"/>
              <a:ext cx="893160" cy="117072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24" name="Rectangle 231"/>
            <p:cNvSpPr/>
            <p:nvPr/>
          </p:nvSpPr>
          <p:spPr>
            <a:xfrm>
              <a:off x="9390600" y="1830600"/>
              <a:ext cx="893160" cy="9806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25" name="Rectangle 232"/>
            <p:cNvSpPr/>
            <p:nvPr/>
          </p:nvSpPr>
          <p:spPr>
            <a:xfrm>
              <a:off x="9390600" y="1830600"/>
              <a:ext cx="893160" cy="787320"/>
            </a:xfrm>
            <a:prstGeom prst="rect">
              <a:avLst/>
            </a:prstGeom>
            <a:solidFill>
              <a:schemeClr val="accent5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26" name="Rectangle 234"/>
            <p:cNvSpPr/>
            <p:nvPr/>
          </p:nvSpPr>
          <p:spPr>
            <a:xfrm>
              <a:off x="10459440" y="1830600"/>
              <a:ext cx="893160" cy="173988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27" name="Rectangle 235"/>
            <p:cNvSpPr/>
            <p:nvPr/>
          </p:nvSpPr>
          <p:spPr>
            <a:xfrm>
              <a:off x="10459440" y="1830600"/>
              <a:ext cx="893160" cy="155016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28" name="Rectangle 236"/>
            <p:cNvSpPr/>
            <p:nvPr/>
          </p:nvSpPr>
          <p:spPr>
            <a:xfrm>
              <a:off x="10459440" y="1830600"/>
              <a:ext cx="893160" cy="13604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29" name="Rectangle 237"/>
            <p:cNvSpPr/>
            <p:nvPr/>
          </p:nvSpPr>
          <p:spPr>
            <a:xfrm>
              <a:off x="10459440" y="1830600"/>
              <a:ext cx="893160" cy="11707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30" name="Rectangle 238"/>
            <p:cNvSpPr/>
            <p:nvPr/>
          </p:nvSpPr>
          <p:spPr>
            <a:xfrm>
              <a:off x="10459440" y="1830600"/>
              <a:ext cx="893160" cy="9806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31" name="Rectangle 239"/>
            <p:cNvSpPr/>
            <p:nvPr/>
          </p:nvSpPr>
          <p:spPr>
            <a:xfrm>
              <a:off x="10459440" y="1830600"/>
              <a:ext cx="893160" cy="787320"/>
            </a:xfrm>
            <a:prstGeom prst="rect">
              <a:avLst/>
            </a:prstGeom>
            <a:solidFill>
              <a:schemeClr val="accent6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</p:grpSp>
      <p:sp>
        <p:nvSpPr>
          <p:cNvPr id="232" name="TextBox 88"/>
          <p:cNvSpPr/>
          <p:nvPr/>
        </p:nvSpPr>
        <p:spPr>
          <a:xfrm>
            <a:off x="4689360" y="4033080"/>
            <a:ext cx="2409480" cy="261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600" b="0" u="none" strike="noStrike">
                <a:solidFill>
                  <a:schemeClr val="dk1"/>
                </a:solidFill>
                <a:uFillTx/>
                <a:latin typeface="Calibri"/>
                <a:ea typeface="DejaVu Sans"/>
              </a:rPr>
              <a:t>Aa</a:t>
            </a:r>
            <a:endParaRPr lang="ru-RU" sz="166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3" name="TextBox 90"/>
          <p:cNvSpPr/>
          <p:nvPr/>
        </p:nvSpPr>
        <p:spPr>
          <a:xfrm>
            <a:off x="7425720" y="4033080"/>
            <a:ext cx="2913120" cy="261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600" b="0" u="none" strike="noStrike">
                <a:solidFill>
                  <a:schemeClr val="dk1"/>
                </a:solidFill>
                <a:uFillTx/>
                <a:latin typeface="Calibri Light"/>
                <a:ea typeface="DejaVu Sans"/>
              </a:rPr>
              <a:t>Aa</a:t>
            </a:r>
            <a:endParaRPr lang="ru-RU" sz="166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angle 6"/>
          <p:cNvSpPr/>
          <p:nvPr/>
        </p:nvSpPr>
        <p:spPr>
          <a:xfrm>
            <a:off x="-7920" y="7007400"/>
            <a:ext cx="165060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</a:rPr>
              <a:t>© </a:t>
            </a: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  <a:hlinkClick r:id="rId3"/>
              </a:rPr>
              <a:t>presentationgo.com</a:t>
            </a:r>
            <a:endParaRPr lang="ru-RU" sz="11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39" name="Group 7"/>
          <p:cNvGrpSpPr/>
          <p:nvPr/>
        </p:nvGrpSpPr>
        <p:grpSpPr>
          <a:xfrm>
            <a:off x="-1652400" y="-16560"/>
            <a:ext cx="1562760" cy="608040"/>
            <a:chOff x="-1652400" y="-16560"/>
            <a:chExt cx="1562760" cy="608040"/>
          </a:xfrm>
        </p:grpSpPr>
        <p:sp>
          <p:nvSpPr>
            <p:cNvPr id="240" name="TextBox 8"/>
            <p:cNvSpPr/>
            <p:nvPr/>
          </p:nvSpPr>
          <p:spPr>
            <a:xfrm>
              <a:off x="-1652400" y="-16560"/>
              <a:ext cx="35964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By: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41" name="TextBox 9"/>
            <p:cNvSpPr/>
            <p:nvPr/>
          </p:nvSpPr>
          <p:spPr>
            <a:xfrm>
              <a:off x="-558000" y="349200"/>
              <a:ext cx="46836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.com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42" name="Picture 10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>
            <a:xfrm>
              <a:off x="-1577160" y="196560"/>
              <a:ext cx="1404000" cy="1850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r="5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4"/>
          <p:cNvSpPr/>
          <p:nvPr/>
        </p:nvSpPr>
        <p:spPr>
          <a:xfrm>
            <a:off x="0" y="3152880"/>
            <a:ext cx="12191040" cy="5511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rPr>
              <a:t>www.</a:t>
            </a:r>
            <a:r>
              <a:rPr lang="en-US" sz="2800" b="0" u="none" strike="noStrike">
                <a:solidFill>
                  <a:srgbClr val="A5CD00"/>
                </a:solidFill>
                <a:uFillTx/>
                <a:latin typeface="Calibri"/>
                <a:ea typeface="DejaVu Sans"/>
              </a:rPr>
              <a:t>PresentationGO</a:t>
            </a:r>
            <a:r>
              <a:rPr lang="en-US" sz="20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rPr>
              <a:t>.com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8" name="Rectangle 5">
            <a:hlinkClick r:id="rId3"/>
          </p:cNvPr>
          <p:cNvSpPr/>
          <p:nvPr/>
        </p:nvSpPr>
        <p:spPr>
          <a:xfrm>
            <a:off x="2732040" y="3071880"/>
            <a:ext cx="6726960" cy="7135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49" name="TextBox 1"/>
          <p:cNvSpPr/>
          <p:nvPr/>
        </p:nvSpPr>
        <p:spPr>
          <a:xfrm>
            <a:off x="4123440" y="5986800"/>
            <a:ext cx="3943800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A5CD00"/>
                </a:solidFill>
                <a:uFillTx/>
                <a:latin typeface="Calibri"/>
                <a:ea typeface="DejaVu Sans"/>
              </a:rPr>
              <a:t>The free PowerPoint and Google Slides template library</a:t>
            </a:r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250" name="Group 7"/>
          <p:cNvGrpSpPr/>
          <p:nvPr/>
        </p:nvGrpSpPr>
        <p:grpSpPr>
          <a:xfrm>
            <a:off x="5000400" y="2635560"/>
            <a:ext cx="2189880" cy="363600"/>
            <a:chOff x="5000400" y="2635560"/>
            <a:chExt cx="2189880" cy="363600"/>
          </a:xfrm>
        </p:grpSpPr>
        <p:sp>
          <p:nvSpPr>
            <p:cNvPr id="251" name="TextBox 8"/>
            <p:cNvSpPr/>
            <p:nvPr/>
          </p:nvSpPr>
          <p:spPr>
            <a:xfrm>
              <a:off x="5000400" y="2635560"/>
              <a:ext cx="2189880" cy="36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spAutoFit/>
            </a:bodyPr>
            <a:lstStyle/>
            <a:p>
              <a:pPr algn="ctr"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chemeClr val="lt1"/>
                  </a:solidFill>
                  <a:uFillTx/>
                  <a:latin typeface="Calibri"/>
                  <a:ea typeface="DejaVu Sans"/>
                </a:rPr>
                <a:t>Designed with         by</a:t>
              </a:r>
              <a:endParaRPr lang="ru-RU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52" name="Freeform 290"/>
            <p:cNvSpPr/>
            <p:nvPr/>
          </p:nvSpPr>
          <p:spPr>
            <a:xfrm>
              <a:off x="6501600" y="2705760"/>
              <a:ext cx="260280" cy="222840"/>
            </a:xfrm>
            <a:custGeom>
              <a:avLst/>
              <a:gdLst>
                <a:gd name="textAreaLeft" fmla="*/ 0 w 260280"/>
                <a:gd name="textAreaRight" fmla="*/ 261360 w 260280"/>
                <a:gd name="textAreaTop" fmla="*/ 0 h 222840"/>
                <a:gd name="textAreaBottom" fmla="*/ 223920 h 222840"/>
              </a:gdLst>
              <a:ahLst/>
              <a:cxnLst/>
              <a:rect l="textAreaLeft" t="textAreaTop" r="textAreaRight" b="textAreaBottom"/>
              <a:pathLst>
                <a:path w="504825" h="432707">
                  <a:moveTo>
                    <a:pt x="134658" y="0"/>
                  </a:moveTo>
                  <a:cubicBezTo>
                    <a:pt x="146301" y="0"/>
                    <a:pt x="158180" y="2019"/>
                    <a:pt x="170294" y="6057"/>
                  </a:cubicBezTo>
                  <a:cubicBezTo>
                    <a:pt x="182407" y="10095"/>
                    <a:pt x="193676" y="15541"/>
                    <a:pt x="204099" y="22396"/>
                  </a:cubicBezTo>
                  <a:cubicBezTo>
                    <a:pt x="214522" y="29251"/>
                    <a:pt x="223490" y="35683"/>
                    <a:pt x="231002" y="41693"/>
                  </a:cubicBezTo>
                  <a:cubicBezTo>
                    <a:pt x="238514" y="47703"/>
                    <a:pt x="245652" y="54088"/>
                    <a:pt x="252412" y="60849"/>
                  </a:cubicBezTo>
                  <a:cubicBezTo>
                    <a:pt x="259174" y="54088"/>
                    <a:pt x="266310" y="47703"/>
                    <a:pt x="273823" y="41693"/>
                  </a:cubicBezTo>
                  <a:cubicBezTo>
                    <a:pt x="281334" y="35683"/>
                    <a:pt x="290303" y="29251"/>
                    <a:pt x="300726" y="22396"/>
                  </a:cubicBezTo>
                  <a:cubicBezTo>
                    <a:pt x="311149" y="15541"/>
                    <a:pt x="322417" y="10095"/>
                    <a:pt x="334531" y="6057"/>
                  </a:cubicBezTo>
                  <a:cubicBezTo>
                    <a:pt x="346645" y="2019"/>
                    <a:pt x="358524" y="0"/>
                    <a:pt x="370167" y="0"/>
                  </a:cubicBezTo>
                  <a:cubicBezTo>
                    <a:pt x="412236" y="0"/>
                    <a:pt x="445197" y="11644"/>
                    <a:pt x="469048" y="34932"/>
                  </a:cubicBezTo>
                  <a:cubicBezTo>
                    <a:pt x="492899" y="58220"/>
                    <a:pt x="504825" y="90523"/>
                    <a:pt x="504825" y="131840"/>
                  </a:cubicBezTo>
                  <a:cubicBezTo>
                    <a:pt x="504825" y="173346"/>
                    <a:pt x="483321" y="215602"/>
                    <a:pt x="440313" y="258610"/>
                  </a:cubicBezTo>
                  <a:lnTo>
                    <a:pt x="264807" y="427636"/>
                  </a:lnTo>
                  <a:cubicBezTo>
                    <a:pt x="261427" y="431017"/>
                    <a:pt x="257295" y="432707"/>
                    <a:pt x="252412" y="432707"/>
                  </a:cubicBezTo>
                  <a:cubicBezTo>
                    <a:pt x="247529" y="432707"/>
                    <a:pt x="243398" y="431017"/>
                    <a:pt x="240018" y="427636"/>
                  </a:cubicBezTo>
                  <a:lnTo>
                    <a:pt x="64230" y="258047"/>
                  </a:lnTo>
                  <a:cubicBezTo>
                    <a:pt x="62351" y="256544"/>
                    <a:pt x="59770" y="254103"/>
                    <a:pt x="56482" y="250722"/>
                  </a:cubicBezTo>
                  <a:cubicBezTo>
                    <a:pt x="53196" y="247342"/>
                    <a:pt x="47984" y="241191"/>
                    <a:pt x="40848" y="232270"/>
                  </a:cubicBezTo>
                  <a:cubicBezTo>
                    <a:pt x="33712" y="223349"/>
                    <a:pt x="27326" y="214194"/>
                    <a:pt x="21692" y="204803"/>
                  </a:cubicBezTo>
                  <a:cubicBezTo>
                    <a:pt x="16057" y="195413"/>
                    <a:pt x="11035" y="184051"/>
                    <a:pt x="6620" y="170717"/>
                  </a:cubicBezTo>
                  <a:cubicBezTo>
                    <a:pt x="2207" y="157382"/>
                    <a:pt x="0" y="144423"/>
                    <a:pt x="0" y="131840"/>
                  </a:cubicBezTo>
                  <a:cubicBezTo>
                    <a:pt x="0" y="90523"/>
                    <a:pt x="11926" y="58220"/>
                    <a:pt x="35777" y="34932"/>
                  </a:cubicBezTo>
                  <a:cubicBezTo>
                    <a:pt x="59629" y="11644"/>
                    <a:pt x="92588" y="0"/>
                    <a:pt x="134658" y="0"/>
                  </a:cubicBezTo>
                  <a:close/>
                </a:path>
              </a:pathLst>
            </a:custGeom>
            <a:solidFill>
              <a:srgbClr val="D9002F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35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</p:grpSp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tangle 6"/>
          <p:cNvSpPr/>
          <p:nvPr/>
        </p:nvSpPr>
        <p:spPr>
          <a:xfrm>
            <a:off x="-7920" y="7007400"/>
            <a:ext cx="165060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</a:rPr>
              <a:t>© </a:t>
            </a: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  <a:hlinkClick r:id="rId3"/>
              </a:rPr>
              <a:t>presentationgo.com</a:t>
            </a:r>
            <a:endParaRPr lang="ru-RU" sz="11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58" name="Group 7"/>
          <p:cNvGrpSpPr/>
          <p:nvPr/>
        </p:nvGrpSpPr>
        <p:grpSpPr>
          <a:xfrm>
            <a:off x="-1652400" y="-16560"/>
            <a:ext cx="1562760" cy="608040"/>
            <a:chOff x="-1652400" y="-16560"/>
            <a:chExt cx="1562760" cy="608040"/>
          </a:xfrm>
        </p:grpSpPr>
        <p:sp>
          <p:nvSpPr>
            <p:cNvPr id="259" name="TextBox 8"/>
            <p:cNvSpPr/>
            <p:nvPr/>
          </p:nvSpPr>
          <p:spPr>
            <a:xfrm>
              <a:off x="-1652400" y="-16560"/>
              <a:ext cx="35964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By: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60" name="TextBox 9"/>
            <p:cNvSpPr/>
            <p:nvPr/>
          </p:nvSpPr>
          <p:spPr>
            <a:xfrm>
              <a:off x="-558000" y="349200"/>
              <a:ext cx="46836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.com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61" name="Picture 10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>
            <a:xfrm>
              <a:off x="-1577160" y="196560"/>
              <a:ext cx="1404000" cy="1850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62" name="Group 6"/>
          <p:cNvGrpSpPr/>
          <p:nvPr/>
        </p:nvGrpSpPr>
        <p:grpSpPr>
          <a:xfrm>
            <a:off x="0" y="0"/>
            <a:ext cx="12191040" cy="6856920"/>
            <a:chOff x="0" y="0"/>
            <a:chExt cx="12191040" cy="6856920"/>
          </a:xfrm>
        </p:grpSpPr>
        <p:sp>
          <p:nvSpPr>
            <p:cNvPr id="263" name="Rectangle"/>
            <p:cNvSpPr/>
            <p:nvPr/>
          </p:nvSpPr>
          <p:spPr>
            <a:xfrm>
              <a:off x="0" y="0"/>
              <a:ext cx="12191040" cy="6856920"/>
            </a:xfrm>
            <a:prstGeom prst="rect">
              <a:avLst/>
            </a:prstGeom>
            <a:solidFill>
              <a:schemeClr val="lt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64" name="Shape"/>
            <p:cNvSpPr/>
            <p:nvPr/>
          </p:nvSpPr>
          <p:spPr>
            <a:xfrm>
              <a:off x="2053800" y="0"/>
              <a:ext cx="8429400" cy="6856920"/>
            </a:xfrm>
            <a:custGeom>
              <a:avLst/>
              <a:gdLst>
                <a:gd name="textAreaLeft" fmla="*/ 0 w 8429400"/>
                <a:gd name="textAreaRight" fmla="*/ 8430480 w 8429400"/>
                <a:gd name="textAreaTop" fmla="*/ 0 h 6856920"/>
                <a:gd name="textAreaBottom" fmla="*/ 6858000 h 68569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13618" y="21600"/>
                  </a:lnTo>
                  <a:lnTo>
                    <a:pt x="21126" y="15857"/>
                  </a:lnTo>
                  <a:cubicBezTo>
                    <a:pt x="21422" y="15628"/>
                    <a:pt x="21600" y="15232"/>
                    <a:pt x="21600" y="14806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65" name="Shape"/>
            <p:cNvSpPr/>
            <p:nvPr/>
          </p:nvSpPr>
          <p:spPr>
            <a:xfrm>
              <a:off x="0" y="1664280"/>
              <a:ext cx="2463480" cy="2074680"/>
            </a:xfrm>
            <a:custGeom>
              <a:avLst/>
              <a:gdLst>
                <a:gd name="textAreaLeft" fmla="*/ 0 w 2463480"/>
                <a:gd name="textAreaRight" fmla="*/ 2464560 w 2463480"/>
                <a:gd name="textAreaTop" fmla="*/ 0 h 2074680"/>
                <a:gd name="textAreaBottom" fmla="*/ 2075760 h 2074680"/>
              </a:gdLst>
              <a:ahLst/>
              <a:cxnLst/>
              <a:rect l="textAreaLeft" t="textAreaTop" r="textAreaRight" b="textAreaBottom"/>
              <a:pathLst>
                <a:path w="21600" h="21240">
                  <a:moveTo>
                    <a:pt x="0" y="21240"/>
                  </a:moveTo>
                  <a:lnTo>
                    <a:pt x="21021" y="5961"/>
                  </a:lnTo>
                  <a:cubicBezTo>
                    <a:pt x="21368" y="5691"/>
                    <a:pt x="21600" y="5251"/>
                    <a:pt x="21600" y="4778"/>
                  </a:cubicBezTo>
                  <a:lnTo>
                    <a:pt x="21600" y="1398"/>
                  </a:lnTo>
                  <a:cubicBezTo>
                    <a:pt x="21600" y="282"/>
                    <a:pt x="20558" y="-360"/>
                    <a:pt x="19776" y="215"/>
                  </a:cubicBezTo>
                  <a:lnTo>
                    <a:pt x="29" y="14581"/>
                  </a:lnTo>
                  <a:lnTo>
                    <a:pt x="29" y="21240"/>
                  </a:lnTo>
                  <a:close/>
                </a:path>
              </a:pathLst>
            </a:custGeom>
            <a:solidFill>
              <a:schemeClr val="accent1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66" name="Shape"/>
            <p:cNvSpPr/>
            <p:nvPr/>
          </p:nvSpPr>
          <p:spPr>
            <a:xfrm>
              <a:off x="9843120" y="4664520"/>
              <a:ext cx="2347560" cy="1973520"/>
            </a:xfrm>
            <a:custGeom>
              <a:avLst/>
              <a:gdLst>
                <a:gd name="textAreaLeft" fmla="*/ 0 w 2347560"/>
                <a:gd name="textAreaRight" fmla="*/ 2348640 w 2347560"/>
                <a:gd name="textAreaTop" fmla="*/ 0 h 1973520"/>
                <a:gd name="textAreaBottom" fmla="*/ 1974600 h 1973520"/>
              </a:gdLst>
              <a:ahLst/>
              <a:cxnLst/>
              <a:rect l="textAreaLeft" t="textAreaTop" r="textAreaRight" b="textAreaBottom"/>
              <a:pathLst>
                <a:path w="21600" h="21202">
                  <a:moveTo>
                    <a:pt x="1944" y="20962"/>
                  </a:moveTo>
                  <a:lnTo>
                    <a:pt x="21600" y="6668"/>
                  </a:lnTo>
                  <a:lnTo>
                    <a:pt x="21600" y="0"/>
                  </a:lnTo>
                  <a:lnTo>
                    <a:pt x="608" y="15251"/>
                  </a:lnTo>
                  <a:cubicBezTo>
                    <a:pt x="243" y="15535"/>
                    <a:pt x="0" y="15996"/>
                    <a:pt x="0" y="16493"/>
                  </a:cubicBezTo>
                  <a:lnTo>
                    <a:pt x="0" y="19720"/>
                  </a:lnTo>
                  <a:cubicBezTo>
                    <a:pt x="30" y="20891"/>
                    <a:pt x="1094" y="21600"/>
                    <a:pt x="1944" y="20962"/>
                  </a:cubicBezTo>
                  <a:close/>
                </a:path>
              </a:pathLst>
            </a:custGeom>
            <a:solidFill>
              <a:schemeClr val="accent1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67" name="Shape"/>
            <p:cNvSpPr/>
            <p:nvPr/>
          </p:nvSpPr>
          <p:spPr>
            <a:xfrm>
              <a:off x="10484280" y="4386240"/>
              <a:ext cx="1706760" cy="1404000"/>
            </a:xfrm>
            <a:custGeom>
              <a:avLst/>
              <a:gdLst>
                <a:gd name="textAreaLeft" fmla="*/ 0 w 1706760"/>
                <a:gd name="textAreaRight" fmla="*/ 1707840 w 1706760"/>
                <a:gd name="textAreaTop" fmla="*/ 0 h 1404000"/>
                <a:gd name="textAreaBottom" fmla="*/ 1405080 h 1404000"/>
              </a:gdLst>
              <a:ahLst/>
              <a:cxnLst/>
              <a:rect l="textAreaLeft" t="textAreaTop" r="textAreaRight" b="textAreaBottom"/>
              <a:pathLst>
                <a:path w="21600" h="21071">
                  <a:moveTo>
                    <a:pt x="2674" y="20758"/>
                  </a:moveTo>
                  <a:lnTo>
                    <a:pt x="21600" y="6787"/>
                  </a:lnTo>
                  <a:lnTo>
                    <a:pt x="21600" y="0"/>
                  </a:lnTo>
                  <a:lnTo>
                    <a:pt x="836" y="15308"/>
                  </a:lnTo>
                  <a:cubicBezTo>
                    <a:pt x="334" y="15705"/>
                    <a:pt x="0" y="16349"/>
                    <a:pt x="0" y="17042"/>
                  </a:cubicBezTo>
                  <a:lnTo>
                    <a:pt x="0" y="18974"/>
                  </a:lnTo>
                  <a:cubicBezTo>
                    <a:pt x="42" y="20659"/>
                    <a:pt x="1504" y="21600"/>
                    <a:pt x="2674" y="20758"/>
                  </a:cubicBez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68" name="Shape"/>
            <p:cNvSpPr/>
            <p:nvPr/>
          </p:nvSpPr>
          <p:spPr>
            <a:xfrm>
              <a:off x="401760" y="942480"/>
              <a:ext cx="1472400" cy="1050120"/>
            </a:xfrm>
            <a:custGeom>
              <a:avLst/>
              <a:gdLst>
                <a:gd name="textAreaLeft" fmla="*/ 0 w 1472400"/>
                <a:gd name="textAreaRight" fmla="*/ 1473480 w 1472400"/>
                <a:gd name="textAreaTop" fmla="*/ 0 h 1050120"/>
                <a:gd name="textAreaBottom" fmla="*/ 1051200 h 1050120"/>
              </a:gdLst>
              <a:ahLst/>
              <a:cxnLst/>
              <a:rect l="textAreaLeft" t="textAreaTop" r="textAreaRight" b="textAreaBottom"/>
              <a:pathLst>
                <a:path w="21600" h="20040">
                  <a:moveTo>
                    <a:pt x="3535" y="19610"/>
                  </a:moveTo>
                  <a:lnTo>
                    <a:pt x="20535" y="5881"/>
                  </a:lnTo>
                  <a:cubicBezTo>
                    <a:pt x="21213" y="5314"/>
                    <a:pt x="21600" y="4370"/>
                    <a:pt x="21600" y="3362"/>
                  </a:cubicBezTo>
                  <a:lnTo>
                    <a:pt x="21600" y="2984"/>
                  </a:lnTo>
                  <a:cubicBezTo>
                    <a:pt x="21600" y="654"/>
                    <a:pt x="19614" y="-794"/>
                    <a:pt x="18065" y="465"/>
                  </a:cubicBezTo>
                  <a:lnTo>
                    <a:pt x="1065" y="14194"/>
                  </a:lnTo>
                  <a:cubicBezTo>
                    <a:pt x="387" y="14761"/>
                    <a:pt x="0" y="15705"/>
                    <a:pt x="0" y="16713"/>
                  </a:cubicBezTo>
                  <a:lnTo>
                    <a:pt x="0" y="17091"/>
                  </a:lnTo>
                  <a:cubicBezTo>
                    <a:pt x="48" y="19358"/>
                    <a:pt x="2034" y="20806"/>
                    <a:pt x="3535" y="19610"/>
                  </a:cubicBez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</p:grpSp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271" name="PlaceHolder 3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086296E-0169-4F5D-8ACB-2ED56A042063}" type="slidenum">
              <a: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3" name="PlaceHolder 5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Rectangle 6"/>
          <p:cNvSpPr/>
          <p:nvPr/>
        </p:nvSpPr>
        <p:spPr>
          <a:xfrm>
            <a:off x="-7920" y="7007400"/>
            <a:ext cx="165060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</a:rPr>
              <a:t>© </a:t>
            </a: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  <a:hlinkClick r:id="rId3"/>
              </a:rPr>
              <a:t>presentationgo.com</a:t>
            </a:r>
            <a:endParaRPr lang="ru-RU" sz="11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77" name="Group 7"/>
          <p:cNvGrpSpPr/>
          <p:nvPr/>
        </p:nvGrpSpPr>
        <p:grpSpPr>
          <a:xfrm>
            <a:off x="-1652400" y="-16560"/>
            <a:ext cx="1562760" cy="608040"/>
            <a:chOff x="-1652400" y="-16560"/>
            <a:chExt cx="1562760" cy="608040"/>
          </a:xfrm>
        </p:grpSpPr>
        <p:sp>
          <p:nvSpPr>
            <p:cNvPr id="278" name="TextBox 8"/>
            <p:cNvSpPr/>
            <p:nvPr/>
          </p:nvSpPr>
          <p:spPr>
            <a:xfrm>
              <a:off x="-1652400" y="-16560"/>
              <a:ext cx="35964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By: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79" name="TextBox 9"/>
            <p:cNvSpPr/>
            <p:nvPr/>
          </p:nvSpPr>
          <p:spPr>
            <a:xfrm>
              <a:off x="-558000" y="349200"/>
              <a:ext cx="46836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.com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80" name="Picture 10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>
            <a:xfrm>
              <a:off x="-1577160" y="196560"/>
              <a:ext cx="1404000" cy="1850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81" name="Group 6"/>
          <p:cNvGrpSpPr/>
          <p:nvPr/>
        </p:nvGrpSpPr>
        <p:grpSpPr>
          <a:xfrm>
            <a:off x="0" y="0"/>
            <a:ext cx="12191040" cy="6856920"/>
            <a:chOff x="0" y="0"/>
            <a:chExt cx="12191040" cy="6856920"/>
          </a:xfrm>
        </p:grpSpPr>
        <p:sp>
          <p:nvSpPr>
            <p:cNvPr id="282" name="Rectangle"/>
            <p:cNvSpPr/>
            <p:nvPr/>
          </p:nvSpPr>
          <p:spPr>
            <a:xfrm>
              <a:off x="0" y="0"/>
              <a:ext cx="12191040" cy="6856920"/>
            </a:xfrm>
            <a:prstGeom prst="rect">
              <a:avLst/>
            </a:prstGeom>
            <a:solidFill>
              <a:schemeClr val="lt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83" name="Shape"/>
            <p:cNvSpPr/>
            <p:nvPr/>
          </p:nvSpPr>
          <p:spPr>
            <a:xfrm>
              <a:off x="2053800" y="0"/>
              <a:ext cx="8429400" cy="6856920"/>
            </a:xfrm>
            <a:custGeom>
              <a:avLst/>
              <a:gdLst>
                <a:gd name="textAreaLeft" fmla="*/ 0 w 8429400"/>
                <a:gd name="textAreaRight" fmla="*/ 8430480 w 8429400"/>
                <a:gd name="textAreaTop" fmla="*/ 0 h 6856920"/>
                <a:gd name="textAreaBottom" fmla="*/ 6858000 h 68569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13618" y="21600"/>
                  </a:lnTo>
                  <a:lnTo>
                    <a:pt x="21126" y="15857"/>
                  </a:lnTo>
                  <a:cubicBezTo>
                    <a:pt x="21422" y="15628"/>
                    <a:pt x="21600" y="15232"/>
                    <a:pt x="21600" y="14806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84" name="Shape"/>
            <p:cNvSpPr/>
            <p:nvPr/>
          </p:nvSpPr>
          <p:spPr>
            <a:xfrm>
              <a:off x="0" y="1664280"/>
              <a:ext cx="2463480" cy="2074680"/>
            </a:xfrm>
            <a:custGeom>
              <a:avLst/>
              <a:gdLst>
                <a:gd name="textAreaLeft" fmla="*/ 0 w 2463480"/>
                <a:gd name="textAreaRight" fmla="*/ 2464560 w 2463480"/>
                <a:gd name="textAreaTop" fmla="*/ 0 h 2074680"/>
                <a:gd name="textAreaBottom" fmla="*/ 2075760 h 2074680"/>
              </a:gdLst>
              <a:ahLst/>
              <a:cxnLst/>
              <a:rect l="textAreaLeft" t="textAreaTop" r="textAreaRight" b="textAreaBottom"/>
              <a:pathLst>
                <a:path w="21600" h="21240">
                  <a:moveTo>
                    <a:pt x="0" y="21240"/>
                  </a:moveTo>
                  <a:lnTo>
                    <a:pt x="21021" y="5961"/>
                  </a:lnTo>
                  <a:cubicBezTo>
                    <a:pt x="21368" y="5691"/>
                    <a:pt x="21600" y="5251"/>
                    <a:pt x="21600" y="4778"/>
                  </a:cubicBezTo>
                  <a:lnTo>
                    <a:pt x="21600" y="1398"/>
                  </a:lnTo>
                  <a:cubicBezTo>
                    <a:pt x="21600" y="282"/>
                    <a:pt x="20558" y="-360"/>
                    <a:pt x="19776" y="215"/>
                  </a:cubicBezTo>
                  <a:lnTo>
                    <a:pt x="29" y="14581"/>
                  </a:lnTo>
                  <a:lnTo>
                    <a:pt x="29" y="21240"/>
                  </a:lnTo>
                  <a:close/>
                </a:path>
              </a:pathLst>
            </a:custGeom>
            <a:solidFill>
              <a:schemeClr val="accent1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85" name="Shape"/>
            <p:cNvSpPr/>
            <p:nvPr/>
          </p:nvSpPr>
          <p:spPr>
            <a:xfrm>
              <a:off x="9843120" y="4664520"/>
              <a:ext cx="2347560" cy="1973520"/>
            </a:xfrm>
            <a:custGeom>
              <a:avLst/>
              <a:gdLst>
                <a:gd name="textAreaLeft" fmla="*/ 0 w 2347560"/>
                <a:gd name="textAreaRight" fmla="*/ 2348640 w 2347560"/>
                <a:gd name="textAreaTop" fmla="*/ 0 h 1973520"/>
                <a:gd name="textAreaBottom" fmla="*/ 1974600 h 1973520"/>
              </a:gdLst>
              <a:ahLst/>
              <a:cxnLst/>
              <a:rect l="textAreaLeft" t="textAreaTop" r="textAreaRight" b="textAreaBottom"/>
              <a:pathLst>
                <a:path w="21600" h="21202">
                  <a:moveTo>
                    <a:pt x="1944" y="20962"/>
                  </a:moveTo>
                  <a:lnTo>
                    <a:pt x="21600" y="6668"/>
                  </a:lnTo>
                  <a:lnTo>
                    <a:pt x="21600" y="0"/>
                  </a:lnTo>
                  <a:lnTo>
                    <a:pt x="608" y="15251"/>
                  </a:lnTo>
                  <a:cubicBezTo>
                    <a:pt x="243" y="15535"/>
                    <a:pt x="0" y="15996"/>
                    <a:pt x="0" y="16493"/>
                  </a:cubicBezTo>
                  <a:lnTo>
                    <a:pt x="0" y="19720"/>
                  </a:lnTo>
                  <a:cubicBezTo>
                    <a:pt x="30" y="20891"/>
                    <a:pt x="1094" y="21600"/>
                    <a:pt x="1944" y="20962"/>
                  </a:cubicBezTo>
                  <a:close/>
                </a:path>
              </a:pathLst>
            </a:custGeom>
            <a:solidFill>
              <a:schemeClr val="accent1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86" name="Shape"/>
            <p:cNvSpPr/>
            <p:nvPr/>
          </p:nvSpPr>
          <p:spPr>
            <a:xfrm>
              <a:off x="10484280" y="4386240"/>
              <a:ext cx="1706760" cy="1404000"/>
            </a:xfrm>
            <a:custGeom>
              <a:avLst/>
              <a:gdLst>
                <a:gd name="textAreaLeft" fmla="*/ 0 w 1706760"/>
                <a:gd name="textAreaRight" fmla="*/ 1707840 w 1706760"/>
                <a:gd name="textAreaTop" fmla="*/ 0 h 1404000"/>
                <a:gd name="textAreaBottom" fmla="*/ 1405080 h 1404000"/>
              </a:gdLst>
              <a:ahLst/>
              <a:cxnLst/>
              <a:rect l="textAreaLeft" t="textAreaTop" r="textAreaRight" b="textAreaBottom"/>
              <a:pathLst>
                <a:path w="21600" h="21071">
                  <a:moveTo>
                    <a:pt x="2674" y="20758"/>
                  </a:moveTo>
                  <a:lnTo>
                    <a:pt x="21600" y="6787"/>
                  </a:lnTo>
                  <a:lnTo>
                    <a:pt x="21600" y="0"/>
                  </a:lnTo>
                  <a:lnTo>
                    <a:pt x="836" y="15308"/>
                  </a:lnTo>
                  <a:cubicBezTo>
                    <a:pt x="334" y="15705"/>
                    <a:pt x="0" y="16349"/>
                    <a:pt x="0" y="17042"/>
                  </a:cubicBezTo>
                  <a:lnTo>
                    <a:pt x="0" y="18974"/>
                  </a:lnTo>
                  <a:cubicBezTo>
                    <a:pt x="42" y="20659"/>
                    <a:pt x="1504" y="21600"/>
                    <a:pt x="2674" y="20758"/>
                  </a:cubicBez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287" name="Shape"/>
            <p:cNvSpPr/>
            <p:nvPr/>
          </p:nvSpPr>
          <p:spPr>
            <a:xfrm>
              <a:off x="401760" y="942480"/>
              <a:ext cx="1472400" cy="1050120"/>
            </a:xfrm>
            <a:custGeom>
              <a:avLst/>
              <a:gdLst>
                <a:gd name="textAreaLeft" fmla="*/ 0 w 1472400"/>
                <a:gd name="textAreaRight" fmla="*/ 1473480 w 1472400"/>
                <a:gd name="textAreaTop" fmla="*/ 0 h 1050120"/>
                <a:gd name="textAreaBottom" fmla="*/ 1051200 h 1050120"/>
              </a:gdLst>
              <a:ahLst/>
              <a:cxnLst/>
              <a:rect l="textAreaLeft" t="textAreaTop" r="textAreaRight" b="textAreaBottom"/>
              <a:pathLst>
                <a:path w="21600" h="20040">
                  <a:moveTo>
                    <a:pt x="3535" y="19610"/>
                  </a:moveTo>
                  <a:lnTo>
                    <a:pt x="20535" y="5881"/>
                  </a:lnTo>
                  <a:cubicBezTo>
                    <a:pt x="21213" y="5314"/>
                    <a:pt x="21600" y="4370"/>
                    <a:pt x="21600" y="3362"/>
                  </a:cubicBezTo>
                  <a:lnTo>
                    <a:pt x="21600" y="2984"/>
                  </a:lnTo>
                  <a:cubicBezTo>
                    <a:pt x="21600" y="654"/>
                    <a:pt x="19614" y="-794"/>
                    <a:pt x="18065" y="465"/>
                  </a:cubicBezTo>
                  <a:lnTo>
                    <a:pt x="1065" y="14194"/>
                  </a:lnTo>
                  <a:cubicBezTo>
                    <a:pt x="387" y="14761"/>
                    <a:pt x="0" y="15705"/>
                    <a:pt x="0" y="16713"/>
                  </a:cubicBezTo>
                  <a:lnTo>
                    <a:pt x="0" y="17091"/>
                  </a:lnTo>
                  <a:cubicBezTo>
                    <a:pt x="48" y="19358"/>
                    <a:pt x="2034" y="20806"/>
                    <a:pt x="3535" y="19610"/>
                  </a:cubicBez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</p:grpSp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290" name="PlaceHolder 3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1" name="PlaceHolder 4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358251D-67A1-4925-BDC3-E50A6098B005}" type="slidenum">
              <a: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2" name="PlaceHolder 5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Rectangle 6"/>
          <p:cNvSpPr/>
          <p:nvPr/>
        </p:nvSpPr>
        <p:spPr>
          <a:xfrm>
            <a:off x="-7920" y="7007400"/>
            <a:ext cx="165060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</a:rPr>
              <a:t>© </a:t>
            </a: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  <a:hlinkClick r:id="rId3"/>
              </a:rPr>
              <a:t>presentationgo.com</a:t>
            </a:r>
            <a:endParaRPr lang="ru-RU" sz="11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96" name="Group 7"/>
          <p:cNvGrpSpPr/>
          <p:nvPr/>
        </p:nvGrpSpPr>
        <p:grpSpPr>
          <a:xfrm>
            <a:off x="-1652400" y="-16560"/>
            <a:ext cx="1562760" cy="608040"/>
            <a:chOff x="-1652400" y="-16560"/>
            <a:chExt cx="1562760" cy="608040"/>
          </a:xfrm>
        </p:grpSpPr>
        <p:sp>
          <p:nvSpPr>
            <p:cNvPr id="297" name="TextBox 8"/>
            <p:cNvSpPr/>
            <p:nvPr/>
          </p:nvSpPr>
          <p:spPr>
            <a:xfrm>
              <a:off x="-1652400" y="-16560"/>
              <a:ext cx="35964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By: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98" name="TextBox 9"/>
            <p:cNvSpPr/>
            <p:nvPr/>
          </p:nvSpPr>
          <p:spPr>
            <a:xfrm>
              <a:off x="-558000" y="349200"/>
              <a:ext cx="46836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.com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299" name="Picture 10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>
            <a:xfrm>
              <a:off x="-1577160" y="196560"/>
              <a:ext cx="1404000" cy="1850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00" name="Group 6"/>
          <p:cNvGrpSpPr/>
          <p:nvPr/>
        </p:nvGrpSpPr>
        <p:grpSpPr>
          <a:xfrm>
            <a:off x="0" y="0"/>
            <a:ext cx="12191040" cy="6856920"/>
            <a:chOff x="0" y="0"/>
            <a:chExt cx="12191040" cy="6856920"/>
          </a:xfrm>
        </p:grpSpPr>
        <p:sp>
          <p:nvSpPr>
            <p:cNvPr id="301" name="Rectangle"/>
            <p:cNvSpPr/>
            <p:nvPr/>
          </p:nvSpPr>
          <p:spPr>
            <a:xfrm>
              <a:off x="0" y="0"/>
              <a:ext cx="12191040" cy="6856920"/>
            </a:xfrm>
            <a:prstGeom prst="rect">
              <a:avLst/>
            </a:prstGeom>
            <a:solidFill>
              <a:schemeClr val="lt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302" name="Shape"/>
            <p:cNvSpPr/>
            <p:nvPr/>
          </p:nvSpPr>
          <p:spPr>
            <a:xfrm>
              <a:off x="2053800" y="0"/>
              <a:ext cx="8429400" cy="6856920"/>
            </a:xfrm>
            <a:custGeom>
              <a:avLst/>
              <a:gdLst>
                <a:gd name="textAreaLeft" fmla="*/ 0 w 8429400"/>
                <a:gd name="textAreaRight" fmla="*/ 8430480 w 8429400"/>
                <a:gd name="textAreaTop" fmla="*/ 0 h 6856920"/>
                <a:gd name="textAreaBottom" fmla="*/ 6858000 h 68569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13618" y="21600"/>
                  </a:lnTo>
                  <a:lnTo>
                    <a:pt x="21126" y="15857"/>
                  </a:lnTo>
                  <a:cubicBezTo>
                    <a:pt x="21422" y="15628"/>
                    <a:pt x="21600" y="15232"/>
                    <a:pt x="21600" y="14806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303" name="Shape"/>
            <p:cNvSpPr/>
            <p:nvPr/>
          </p:nvSpPr>
          <p:spPr>
            <a:xfrm>
              <a:off x="0" y="1664280"/>
              <a:ext cx="2463480" cy="2074680"/>
            </a:xfrm>
            <a:custGeom>
              <a:avLst/>
              <a:gdLst>
                <a:gd name="textAreaLeft" fmla="*/ 0 w 2463480"/>
                <a:gd name="textAreaRight" fmla="*/ 2464560 w 2463480"/>
                <a:gd name="textAreaTop" fmla="*/ 0 h 2074680"/>
                <a:gd name="textAreaBottom" fmla="*/ 2075760 h 2074680"/>
              </a:gdLst>
              <a:ahLst/>
              <a:cxnLst/>
              <a:rect l="textAreaLeft" t="textAreaTop" r="textAreaRight" b="textAreaBottom"/>
              <a:pathLst>
                <a:path w="21600" h="21240">
                  <a:moveTo>
                    <a:pt x="0" y="21240"/>
                  </a:moveTo>
                  <a:lnTo>
                    <a:pt x="21021" y="5961"/>
                  </a:lnTo>
                  <a:cubicBezTo>
                    <a:pt x="21368" y="5691"/>
                    <a:pt x="21600" y="5251"/>
                    <a:pt x="21600" y="4778"/>
                  </a:cubicBezTo>
                  <a:lnTo>
                    <a:pt x="21600" y="1398"/>
                  </a:lnTo>
                  <a:cubicBezTo>
                    <a:pt x="21600" y="282"/>
                    <a:pt x="20558" y="-360"/>
                    <a:pt x="19776" y="215"/>
                  </a:cubicBezTo>
                  <a:lnTo>
                    <a:pt x="29" y="14581"/>
                  </a:lnTo>
                  <a:lnTo>
                    <a:pt x="29" y="21240"/>
                  </a:lnTo>
                  <a:close/>
                </a:path>
              </a:pathLst>
            </a:custGeom>
            <a:solidFill>
              <a:schemeClr val="accent1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304" name="Shape"/>
            <p:cNvSpPr/>
            <p:nvPr/>
          </p:nvSpPr>
          <p:spPr>
            <a:xfrm>
              <a:off x="9843120" y="4664520"/>
              <a:ext cx="2347560" cy="1973520"/>
            </a:xfrm>
            <a:custGeom>
              <a:avLst/>
              <a:gdLst>
                <a:gd name="textAreaLeft" fmla="*/ 0 w 2347560"/>
                <a:gd name="textAreaRight" fmla="*/ 2348640 w 2347560"/>
                <a:gd name="textAreaTop" fmla="*/ 0 h 1973520"/>
                <a:gd name="textAreaBottom" fmla="*/ 1974600 h 1973520"/>
              </a:gdLst>
              <a:ahLst/>
              <a:cxnLst/>
              <a:rect l="textAreaLeft" t="textAreaTop" r="textAreaRight" b="textAreaBottom"/>
              <a:pathLst>
                <a:path w="21600" h="21202">
                  <a:moveTo>
                    <a:pt x="1944" y="20962"/>
                  </a:moveTo>
                  <a:lnTo>
                    <a:pt x="21600" y="6668"/>
                  </a:lnTo>
                  <a:lnTo>
                    <a:pt x="21600" y="0"/>
                  </a:lnTo>
                  <a:lnTo>
                    <a:pt x="608" y="15251"/>
                  </a:lnTo>
                  <a:cubicBezTo>
                    <a:pt x="243" y="15535"/>
                    <a:pt x="0" y="15996"/>
                    <a:pt x="0" y="16493"/>
                  </a:cubicBezTo>
                  <a:lnTo>
                    <a:pt x="0" y="19720"/>
                  </a:lnTo>
                  <a:cubicBezTo>
                    <a:pt x="30" y="20891"/>
                    <a:pt x="1094" y="21600"/>
                    <a:pt x="1944" y="20962"/>
                  </a:cubicBezTo>
                  <a:close/>
                </a:path>
              </a:pathLst>
            </a:custGeom>
            <a:solidFill>
              <a:schemeClr val="accent1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305" name="Shape"/>
            <p:cNvSpPr/>
            <p:nvPr/>
          </p:nvSpPr>
          <p:spPr>
            <a:xfrm>
              <a:off x="10484280" y="4386240"/>
              <a:ext cx="1706760" cy="1404000"/>
            </a:xfrm>
            <a:custGeom>
              <a:avLst/>
              <a:gdLst>
                <a:gd name="textAreaLeft" fmla="*/ 0 w 1706760"/>
                <a:gd name="textAreaRight" fmla="*/ 1707840 w 1706760"/>
                <a:gd name="textAreaTop" fmla="*/ 0 h 1404000"/>
                <a:gd name="textAreaBottom" fmla="*/ 1405080 h 1404000"/>
              </a:gdLst>
              <a:ahLst/>
              <a:cxnLst/>
              <a:rect l="textAreaLeft" t="textAreaTop" r="textAreaRight" b="textAreaBottom"/>
              <a:pathLst>
                <a:path w="21600" h="21071">
                  <a:moveTo>
                    <a:pt x="2674" y="20758"/>
                  </a:moveTo>
                  <a:lnTo>
                    <a:pt x="21600" y="6787"/>
                  </a:lnTo>
                  <a:lnTo>
                    <a:pt x="21600" y="0"/>
                  </a:lnTo>
                  <a:lnTo>
                    <a:pt x="836" y="15308"/>
                  </a:lnTo>
                  <a:cubicBezTo>
                    <a:pt x="334" y="15705"/>
                    <a:pt x="0" y="16349"/>
                    <a:pt x="0" y="17042"/>
                  </a:cubicBezTo>
                  <a:lnTo>
                    <a:pt x="0" y="18974"/>
                  </a:lnTo>
                  <a:cubicBezTo>
                    <a:pt x="42" y="20659"/>
                    <a:pt x="1504" y="21600"/>
                    <a:pt x="2674" y="20758"/>
                  </a:cubicBez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306" name="Shape"/>
            <p:cNvSpPr/>
            <p:nvPr/>
          </p:nvSpPr>
          <p:spPr>
            <a:xfrm>
              <a:off x="401760" y="942480"/>
              <a:ext cx="1472400" cy="1050120"/>
            </a:xfrm>
            <a:custGeom>
              <a:avLst/>
              <a:gdLst>
                <a:gd name="textAreaLeft" fmla="*/ 0 w 1472400"/>
                <a:gd name="textAreaRight" fmla="*/ 1473480 w 1472400"/>
                <a:gd name="textAreaTop" fmla="*/ 0 h 1050120"/>
                <a:gd name="textAreaBottom" fmla="*/ 1051200 h 1050120"/>
              </a:gdLst>
              <a:ahLst/>
              <a:cxnLst/>
              <a:rect l="textAreaLeft" t="textAreaTop" r="textAreaRight" b="textAreaBottom"/>
              <a:pathLst>
                <a:path w="21600" h="20040">
                  <a:moveTo>
                    <a:pt x="3535" y="19610"/>
                  </a:moveTo>
                  <a:lnTo>
                    <a:pt x="20535" y="5881"/>
                  </a:lnTo>
                  <a:cubicBezTo>
                    <a:pt x="21213" y="5314"/>
                    <a:pt x="21600" y="4370"/>
                    <a:pt x="21600" y="3362"/>
                  </a:cubicBezTo>
                  <a:lnTo>
                    <a:pt x="21600" y="2984"/>
                  </a:lnTo>
                  <a:cubicBezTo>
                    <a:pt x="21600" y="654"/>
                    <a:pt x="19614" y="-794"/>
                    <a:pt x="18065" y="465"/>
                  </a:cubicBezTo>
                  <a:lnTo>
                    <a:pt x="1065" y="14194"/>
                  </a:lnTo>
                  <a:cubicBezTo>
                    <a:pt x="387" y="14761"/>
                    <a:pt x="0" y="15705"/>
                    <a:pt x="0" y="16713"/>
                  </a:cubicBezTo>
                  <a:lnTo>
                    <a:pt x="0" y="17091"/>
                  </a:lnTo>
                  <a:cubicBezTo>
                    <a:pt x="48" y="19358"/>
                    <a:pt x="2034" y="20806"/>
                    <a:pt x="3535" y="19610"/>
                  </a:cubicBez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</p:grpSp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309" name="PlaceHolder 3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10" name="PlaceHolder 4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EFB9A5B-7D49-4278-9BAA-64E4895461EB}" type="slidenum">
              <a: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11" name="PlaceHolder 5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Rectangle 6"/>
          <p:cNvSpPr/>
          <p:nvPr/>
        </p:nvSpPr>
        <p:spPr>
          <a:xfrm>
            <a:off x="-7920" y="7007400"/>
            <a:ext cx="165060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</a:rPr>
              <a:t>© </a:t>
            </a: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  <a:hlinkClick r:id="rId3"/>
              </a:rPr>
              <a:t>presentationgo.com</a:t>
            </a:r>
            <a:endParaRPr lang="ru-RU" sz="11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15" name="Group 7"/>
          <p:cNvGrpSpPr/>
          <p:nvPr/>
        </p:nvGrpSpPr>
        <p:grpSpPr>
          <a:xfrm>
            <a:off x="-1652400" y="-16560"/>
            <a:ext cx="1562760" cy="608040"/>
            <a:chOff x="-1652400" y="-16560"/>
            <a:chExt cx="1562760" cy="608040"/>
          </a:xfrm>
        </p:grpSpPr>
        <p:sp>
          <p:nvSpPr>
            <p:cNvPr id="316" name="TextBox 8"/>
            <p:cNvSpPr/>
            <p:nvPr/>
          </p:nvSpPr>
          <p:spPr>
            <a:xfrm>
              <a:off x="-1652400" y="-16560"/>
              <a:ext cx="35964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By: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17" name="TextBox 9"/>
            <p:cNvSpPr/>
            <p:nvPr/>
          </p:nvSpPr>
          <p:spPr>
            <a:xfrm>
              <a:off x="-558000" y="349200"/>
              <a:ext cx="46836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.com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318" name="Picture 10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>
            <a:xfrm>
              <a:off x="-1577160" y="196560"/>
              <a:ext cx="1404000" cy="1850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19" name="Group 6"/>
          <p:cNvGrpSpPr/>
          <p:nvPr/>
        </p:nvGrpSpPr>
        <p:grpSpPr>
          <a:xfrm>
            <a:off x="0" y="0"/>
            <a:ext cx="12191040" cy="6856920"/>
            <a:chOff x="0" y="0"/>
            <a:chExt cx="12191040" cy="6856920"/>
          </a:xfrm>
        </p:grpSpPr>
        <p:sp>
          <p:nvSpPr>
            <p:cNvPr id="320" name="Rectangle"/>
            <p:cNvSpPr/>
            <p:nvPr/>
          </p:nvSpPr>
          <p:spPr>
            <a:xfrm>
              <a:off x="0" y="0"/>
              <a:ext cx="12191040" cy="6856920"/>
            </a:xfrm>
            <a:prstGeom prst="rect">
              <a:avLst/>
            </a:prstGeom>
            <a:solidFill>
              <a:schemeClr val="lt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321" name="Shape"/>
            <p:cNvSpPr/>
            <p:nvPr/>
          </p:nvSpPr>
          <p:spPr>
            <a:xfrm>
              <a:off x="2053800" y="0"/>
              <a:ext cx="8429400" cy="6856920"/>
            </a:xfrm>
            <a:custGeom>
              <a:avLst/>
              <a:gdLst>
                <a:gd name="textAreaLeft" fmla="*/ 0 w 8429400"/>
                <a:gd name="textAreaRight" fmla="*/ 8430480 w 8429400"/>
                <a:gd name="textAreaTop" fmla="*/ 0 h 6856920"/>
                <a:gd name="textAreaBottom" fmla="*/ 6858000 h 68569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13618" y="21600"/>
                  </a:lnTo>
                  <a:lnTo>
                    <a:pt x="21126" y="15857"/>
                  </a:lnTo>
                  <a:cubicBezTo>
                    <a:pt x="21422" y="15628"/>
                    <a:pt x="21600" y="15232"/>
                    <a:pt x="21600" y="14806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322" name="Shape"/>
            <p:cNvSpPr/>
            <p:nvPr/>
          </p:nvSpPr>
          <p:spPr>
            <a:xfrm>
              <a:off x="0" y="1664280"/>
              <a:ext cx="2463480" cy="2074680"/>
            </a:xfrm>
            <a:custGeom>
              <a:avLst/>
              <a:gdLst>
                <a:gd name="textAreaLeft" fmla="*/ 0 w 2463480"/>
                <a:gd name="textAreaRight" fmla="*/ 2464560 w 2463480"/>
                <a:gd name="textAreaTop" fmla="*/ 0 h 2074680"/>
                <a:gd name="textAreaBottom" fmla="*/ 2075760 h 2074680"/>
              </a:gdLst>
              <a:ahLst/>
              <a:cxnLst/>
              <a:rect l="textAreaLeft" t="textAreaTop" r="textAreaRight" b="textAreaBottom"/>
              <a:pathLst>
                <a:path w="21600" h="21240">
                  <a:moveTo>
                    <a:pt x="0" y="21240"/>
                  </a:moveTo>
                  <a:lnTo>
                    <a:pt x="21021" y="5961"/>
                  </a:lnTo>
                  <a:cubicBezTo>
                    <a:pt x="21368" y="5691"/>
                    <a:pt x="21600" y="5251"/>
                    <a:pt x="21600" y="4778"/>
                  </a:cubicBezTo>
                  <a:lnTo>
                    <a:pt x="21600" y="1398"/>
                  </a:lnTo>
                  <a:cubicBezTo>
                    <a:pt x="21600" y="282"/>
                    <a:pt x="20558" y="-360"/>
                    <a:pt x="19776" y="215"/>
                  </a:cubicBezTo>
                  <a:lnTo>
                    <a:pt x="29" y="14581"/>
                  </a:lnTo>
                  <a:lnTo>
                    <a:pt x="29" y="21240"/>
                  </a:lnTo>
                  <a:close/>
                </a:path>
              </a:pathLst>
            </a:custGeom>
            <a:solidFill>
              <a:schemeClr val="accent1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323" name="Shape"/>
            <p:cNvSpPr/>
            <p:nvPr/>
          </p:nvSpPr>
          <p:spPr>
            <a:xfrm>
              <a:off x="9843120" y="4664520"/>
              <a:ext cx="2347560" cy="1973520"/>
            </a:xfrm>
            <a:custGeom>
              <a:avLst/>
              <a:gdLst>
                <a:gd name="textAreaLeft" fmla="*/ 0 w 2347560"/>
                <a:gd name="textAreaRight" fmla="*/ 2348640 w 2347560"/>
                <a:gd name="textAreaTop" fmla="*/ 0 h 1973520"/>
                <a:gd name="textAreaBottom" fmla="*/ 1974600 h 1973520"/>
              </a:gdLst>
              <a:ahLst/>
              <a:cxnLst/>
              <a:rect l="textAreaLeft" t="textAreaTop" r="textAreaRight" b="textAreaBottom"/>
              <a:pathLst>
                <a:path w="21600" h="21202">
                  <a:moveTo>
                    <a:pt x="1944" y="20962"/>
                  </a:moveTo>
                  <a:lnTo>
                    <a:pt x="21600" y="6668"/>
                  </a:lnTo>
                  <a:lnTo>
                    <a:pt x="21600" y="0"/>
                  </a:lnTo>
                  <a:lnTo>
                    <a:pt x="608" y="15251"/>
                  </a:lnTo>
                  <a:cubicBezTo>
                    <a:pt x="243" y="15535"/>
                    <a:pt x="0" y="15996"/>
                    <a:pt x="0" y="16493"/>
                  </a:cubicBezTo>
                  <a:lnTo>
                    <a:pt x="0" y="19720"/>
                  </a:lnTo>
                  <a:cubicBezTo>
                    <a:pt x="30" y="20891"/>
                    <a:pt x="1094" y="21600"/>
                    <a:pt x="1944" y="20962"/>
                  </a:cubicBezTo>
                  <a:close/>
                </a:path>
              </a:pathLst>
            </a:custGeom>
            <a:solidFill>
              <a:schemeClr val="accent1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324" name="Shape"/>
            <p:cNvSpPr/>
            <p:nvPr/>
          </p:nvSpPr>
          <p:spPr>
            <a:xfrm>
              <a:off x="10484280" y="4386240"/>
              <a:ext cx="1706760" cy="1404000"/>
            </a:xfrm>
            <a:custGeom>
              <a:avLst/>
              <a:gdLst>
                <a:gd name="textAreaLeft" fmla="*/ 0 w 1706760"/>
                <a:gd name="textAreaRight" fmla="*/ 1707840 w 1706760"/>
                <a:gd name="textAreaTop" fmla="*/ 0 h 1404000"/>
                <a:gd name="textAreaBottom" fmla="*/ 1405080 h 1404000"/>
              </a:gdLst>
              <a:ahLst/>
              <a:cxnLst/>
              <a:rect l="textAreaLeft" t="textAreaTop" r="textAreaRight" b="textAreaBottom"/>
              <a:pathLst>
                <a:path w="21600" h="21071">
                  <a:moveTo>
                    <a:pt x="2674" y="20758"/>
                  </a:moveTo>
                  <a:lnTo>
                    <a:pt x="21600" y="6787"/>
                  </a:lnTo>
                  <a:lnTo>
                    <a:pt x="21600" y="0"/>
                  </a:lnTo>
                  <a:lnTo>
                    <a:pt x="836" y="15308"/>
                  </a:lnTo>
                  <a:cubicBezTo>
                    <a:pt x="334" y="15705"/>
                    <a:pt x="0" y="16349"/>
                    <a:pt x="0" y="17042"/>
                  </a:cubicBezTo>
                  <a:lnTo>
                    <a:pt x="0" y="18974"/>
                  </a:lnTo>
                  <a:cubicBezTo>
                    <a:pt x="42" y="20659"/>
                    <a:pt x="1504" y="21600"/>
                    <a:pt x="2674" y="20758"/>
                  </a:cubicBez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325" name="Shape"/>
            <p:cNvSpPr/>
            <p:nvPr/>
          </p:nvSpPr>
          <p:spPr>
            <a:xfrm>
              <a:off x="401760" y="942480"/>
              <a:ext cx="1472400" cy="1050120"/>
            </a:xfrm>
            <a:custGeom>
              <a:avLst/>
              <a:gdLst>
                <a:gd name="textAreaLeft" fmla="*/ 0 w 1472400"/>
                <a:gd name="textAreaRight" fmla="*/ 1473480 w 1472400"/>
                <a:gd name="textAreaTop" fmla="*/ 0 h 1050120"/>
                <a:gd name="textAreaBottom" fmla="*/ 1051200 h 1050120"/>
              </a:gdLst>
              <a:ahLst/>
              <a:cxnLst/>
              <a:rect l="textAreaLeft" t="textAreaTop" r="textAreaRight" b="textAreaBottom"/>
              <a:pathLst>
                <a:path w="21600" h="20040">
                  <a:moveTo>
                    <a:pt x="3535" y="19610"/>
                  </a:moveTo>
                  <a:lnTo>
                    <a:pt x="20535" y="5881"/>
                  </a:lnTo>
                  <a:cubicBezTo>
                    <a:pt x="21213" y="5314"/>
                    <a:pt x="21600" y="4370"/>
                    <a:pt x="21600" y="3362"/>
                  </a:cubicBezTo>
                  <a:lnTo>
                    <a:pt x="21600" y="2984"/>
                  </a:lnTo>
                  <a:cubicBezTo>
                    <a:pt x="21600" y="654"/>
                    <a:pt x="19614" y="-794"/>
                    <a:pt x="18065" y="465"/>
                  </a:cubicBezTo>
                  <a:lnTo>
                    <a:pt x="1065" y="14194"/>
                  </a:lnTo>
                  <a:cubicBezTo>
                    <a:pt x="387" y="14761"/>
                    <a:pt x="0" y="15705"/>
                    <a:pt x="0" y="16713"/>
                  </a:cubicBezTo>
                  <a:lnTo>
                    <a:pt x="0" y="17091"/>
                  </a:lnTo>
                  <a:cubicBezTo>
                    <a:pt x="48" y="19358"/>
                    <a:pt x="2034" y="20806"/>
                    <a:pt x="3535" y="19610"/>
                  </a:cubicBez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</p:grpSp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328" name="PlaceHolder 3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9" name="PlaceHolder 4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D18CD8E-C967-4456-B8D5-F13B22493A2A}" type="slidenum">
              <a: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0" name="PlaceHolder 5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Rectangle 6"/>
          <p:cNvSpPr/>
          <p:nvPr/>
        </p:nvSpPr>
        <p:spPr>
          <a:xfrm>
            <a:off x="-7920" y="7007400"/>
            <a:ext cx="165060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</a:rPr>
              <a:t>© </a:t>
            </a:r>
            <a:r>
              <a:rPr lang="en-US" sz="11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Open Sans"/>
                <a:ea typeface="DejaVu Sans"/>
                <a:hlinkClick r:id="rId3"/>
              </a:rPr>
              <a:t>presentationgo.com</a:t>
            </a:r>
            <a:endParaRPr lang="ru-RU" sz="11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34" name="Group 7"/>
          <p:cNvGrpSpPr/>
          <p:nvPr/>
        </p:nvGrpSpPr>
        <p:grpSpPr>
          <a:xfrm>
            <a:off x="-1652400" y="-16560"/>
            <a:ext cx="1562760" cy="608040"/>
            <a:chOff x="-1652400" y="-16560"/>
            <a:chExt cx="1562760" cy="608040"/>
          </a:xfrm>
        </p:grpSpPr>
        <p:sp>
          <p:nvSpPr>
            <p:cNvPr id="335" name="TextBox 8"/>
            <p:cNvSpPr/>
            <p:nvPr/>
          </p:nvSpPr>
          <p:spPr>
            <a:xfrm>
              <a:off x="-1652400" y="-16560"/>
              <a:ext cx="35964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By: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36" name="TextBox 9"/>
            <p:cNvSpPr/>
            <p:nvPr/>
          </p:nvSpPr>
          <p:spPr>
            <a:xfrm>
              <a:off x="-558000" y="349200"/>
              <a:ext cx="46836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chemeClr val="dk1"/>
                  </a:solidFill>
                  <a:uFillTx/>
                  <a:latin typeface="Open Sans"/>
                  <a:ea typeface="Open Sans"/>
                </a:rPr>
                <a:t>.com</a:t>
              </a:r>
              <a:endParaRPr lang="ru-RU" sz="10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337" name="Picture 10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>
            <a:xfrm>
              <a:off x="-1577160" y="196560"/>
              <a:ext cx="1404000" cy="1850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38" name="Group 6"/>
          <p:cNvGrpSpPr/>
          <p:nvPr/>
        </p:nvGrpSpPr>
        <p:grpSpPr>
          <a:xfrm>
            <a:off x="0" y="0"/>
            <a:ext cx="12191040" cy="6856920"/>
            <a:chOff x="0" y="0"/>
            <a:chExt cx="12191040" cy="6856920"/>
          </a:xfrm>
        </p:grpSpPr>
        <p:sp>
          <p:nvSpPr>
            <p:cNvPr id="339" name="Rectangle"/>
            <p:cNvSpPr/>
            <p:nvPr/>
          </p:nvSpPr>
          <p:spPr>
            <a:xfrm>
              <a:off x="0" y="0"/>
              <a:ext cx="12191040" cy="6856920"/>
            </a:xfrm>
            <a:prstGeom prst="rect">
              <a:avLst/>
            </a:prstGeom>
            <a:solidFill>
              <a:schemeClr val="lt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340" name="Shape"/>
            <p:cNvSpPr/>
            <p:nvPr/>
          </p:nvSpPr>
          <p:spPr>
            <a:xfrm>
              <a:off x="2053800" y="0"/>
              <a:ext cx="8429400" cy="6856920"/>
            </a:xfrm>
            <a:custGeom>
              <a:avLst/>
              <a:gdLst>
                <a:gd name="textAreaLeft" fmla="*/ 0 w 8429400"/>
                <a:gd name="textAreaRight" fmla="*/ 8430480 w 8429400"/>
                <a:gd name="textAreaTop" fmla="*/ 0 h 6856920"/>
                <a:gd name="textAreaBottom" fmla="*/ 6858000 h 6856920"/>
              </a:gdLst>
              <a:ahLst/>
              <a:cxnLst/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13618" y="21600"/>
                  </a:lnTo>
                  <a:lnTo>
                    <a:pt x="21126" y="15857"/>
                  </a:lnTo>
                  <a:cubicBezTo>
                    <a:pt x="21422" y="15628"/>
                    <a:pt x="21600" y="15232"/>
                    <a:pt x="21600" y="14806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341" name="Shape"/>
            <p:cNvSpPr/>
            <p:nvPr/>
          </p:nvSpPr>
          <p:spPr>
            <a:xfrm>
              <a:off x="0" y="1664280"/>
              <a:ext cx="2463480" cy="2074680"/>
            </a:xfrm>
            <a:custGeom>
              <a:avLst/>
              <a:gdLst>
                <a:gd name="textAreaLeft" fmla="*/ 0 w 2463480"/>
                <a:gd name="textAreaRight" fmla="*/ 2464560 w 2463480"/>
                <a:gd name="textAreaTop" fmla="*/ 0 h 2074680"/>
                <a:gd name="textAreaBottom" fmla="*/ 2075760 h 2074680"/>
              </a:gdLst>
              <a:ahLst/>
              <a:cxnLst/>
              <a:rect l="textAreaLeft" t="textAreaTop" r="textAreaRight" b="textAreaBottom"/>
              <a:pathLst>
                <a:path w="21600" h="21240">
                  <a:moveTo>
                    <a:pt x="0" y="21240"/>
                  </a:moveTo>
                  <a:lnTo>
                    <a:pt x="21021" y="5961"/>
                  </a:lnTo>
                  <a:cubicBezTo>
                    <a:pt x="21368" y="5691"/>
                    <a:pt x="21600" y="5251"/>
                    <a:pt x="21600" y="4778"/>
                  </a:cubicBezTo>
                  <a:lnTo>
                    <a:pt x="21600" y="1398"/>
                  </a:lnTo>
                  <a:cubicBezTo>
                    <a:pt x="21600" y="282"/>
                    <a:pt x="20558" y="-360"/>
                    <a:pt x="19776" y="215"/>
                  </a:cubicBezTo>
                  <a:lnTo>
                    <a:pt x="29" y="14581"/>
                  </a:lnTo>
                  <a:lnTo>
                    <a:pt x="29" y="21240"/>
                  </a:lnTo>
                  <a:close/>
                </a:path>
              </a:pathLst>
            </a:custGeom>
            <a:solidFill>
              <a:schemeClr val="accent1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342" name="Shape"/>
            <p:cNvSpPr/>
            <p:nvPr/>
          </p:nvSpPr>
          <p:spPr>
            <a:xfrm>
              <a:off x="9843120" y="4664520"/>
              <a:ext cx="2347560" cy="1973520"/>
            </a:xfrm>
            <a:custGeom>
              <a:avLst/>
              <a:gdLst>
                <a:gd name="textAreaLeft" fmla="*/ 0 w 2347560"/>
                <a:gd name="textAreaRight" fmla="*/ 2348640 w 2347560"/>
                <a:gd name="textAreaTop" fmla="*/ 0 h 1973520"/>
                <a:gd name="textAreaBottom" fmla="*/ 1974600 h 1973520"/>
              </a:gdLst>
              <a:ahLst/>
              <a:cxnLst/>
              <a:rect l="textAreaLeft" t="textAreaTop" r="textAreaRight" b="textAreaBottom"/>
              <a:pathLst>
                <a:path w="21600" h="21202">
                  <a:moveTo>
                    <a:pt x="1944" y="20962"/>
                  </a:moveTo>
                  <a:lnTo>
                    <a:pt x="21600" y="6668"/>
                  </a:lnTo>
                  <a:lnTo>
                    <a:pt x="21600" y="0"/>
                  </a:lnTo>
                  <a:lnTo>
                    <a:pt x="608" y="15251"/>
                  </a:lnTo>
                  <a:cubicBezTo>
                    <a:pt x="243" y="15535"/>
                    <a:pt x="0" y="15996"/>
                    <a:pt x="0" y="16493"/>
                  </a:cubicBezTo>
                  <a:lnTo>
                    <a:pt x="0" y="19720"/>
                  </a:lnTo>
                  <a:cubicBezTo>
                    <a:pt x="30" y="20891"/>
                    <a:pt x="1094" y="21600"/>
                    <a:pt x="1944" y="20962"/>
                  </a:cubicBezTo>
                  <a:close/>
                </a:path>
              </a:pathLst>
            </a:custGeom>
            <a:solidFill>
              <a:schemeClr val="accent1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343" name="Shape"/>
            <p:cNvSpPr/>
            <p:nvPr/>
          </p:nvSpPr>
          <p:spPr>
            <a:xfrm>
              <a:off x="10484280" y="4386240"/>
              <a:ext cx="1706760" cy="1404000"/>
            </a:xfrm>
            <a:custGeom>
              <a:avLst/>
              <a:gdLst>
                <a:gd name="textAreaLeft" fmla="*/ 0 w 1706760"/>
                <a:gd name="textAreaRight" fmla="*/ 1707840 w 1706760"/>
                <a:gd name="textAreaTop" fmla="*/ 0 h 1404000"/>
                <a:gd name="textAreaBottom" fmla="*/ 1405080 h 1404000"/>
              </a:gdLst>
              <a:ahLst/>
              <a:cxnLst/>
              <a:rect l="textAreaLeft" t="textAreaTop" r="textAreaRight" b="textAreaBottom"/>
              <a:pathLst>
                <a:path w="21600" h="21071">
                  <a:moveTo>
                    <a:pt x="2674" y="20758"/>
                  </a:moveTo>
                  <a:lnTo>
                    <a:pt x="21600" y="6787"/>
                  </a:lnTo>
                  <a:lnTo>
                    <a:pt x="21600" y="0"/>
                  </a:lnTo>
                  <a:lnTo>
                    <a:pt x="836" y="15308"/>
                  </a:lnTo>
                  <a:cubicBezTo>
                    <a:pt x="334" y="15705"/>
                    <a:pt x="0" y="16349"/>
                    <a:pt x="0" y="17042"/>
                  </a:cubicBezTo>
                  <a:lnTo>
                    <a:pt x="0" y="18974"/>
                  </a:lnTo>
                  <a:cubicBezTo>
                    <a:pt x="42" y="20659"/>
                    <a:pt x="1504" y="21600"/>
                    <a:pt x="2674" y="20758"/>
                  </a:cubicBez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  <p:sp>
          <p:nvSpPr>
            <p:cNvPr id="344" name="Shape"/>
            <p:cNvSpPr/>
            <p:nvPr/>
          </p:nvSpPr>
          <p:spPr>
            <a:xfrm>
              <a:off x="401760" y="942480"/>
              <a:ext cx="1472400" cy="1050120"/>
            </a:xfrm>
            <a:custGeom>
              <a:avLst/>
              <a:gdLst>
                <a:gd name="textAreaLeft" fmla="*/ 0 w 1472400"/>
                <a:gd name="textAreaRight" fmla="*/ 1473480 w 1472400"/>
                <a:gd name="textAreaTop" fmla="*/ 0 h 1050120"/>
                <a:gd name="textAreaBottom" fmla="*/ 1051200 h 1050120"/>
              </a:gdLst>
              <a:ahLst/>
              <a:cxnLst/>
              <a:rect l="textAreaLeft" t="textAreaTop" r="textAreaRight" b="textAreaBottom"/>
              <a:pathLst>
                <a:path w="21600" h="20040">
                  <a:moveTo>
                    <a:pt x="3535" y="19610"/>
                  </a:moveTo>
                  <a:lnTo>
                    <a:pt x="20535" y="5881"/>
                  </a:lnTo>
                  <a:cubicBezTo>
                    <a:pt x="21213" y="5314"/>
                    <a:pt x="21600" y="4370"/>
                    <a:pt x="21600" y="3362"/>
                  </a:cubicBezTo>
                  <a:lnTo>
                    <a:pt x="21600" y="2984"/>
                  </a:lnTo>
                  <a:cubicBezTo>
                    <a:pt x="21600" y="654"/>
                    <a:pt x="19614" y="-794"/>
                    <a:pt x="18065" y="465"/>
                  </a:cubicBezTo>
                  <a:lnTo>
                    <a:pt x="1065" y="14194"/>
                  </a:lnTo>
                  <a:cubicBezTo>
                    <a:pt x="387" y="14761"/>
                    <a:pt x="0" y="15705"/>
                    <a:pt x="0" y="16713"/>
                  </a:cubicBezTo>
                  <a:lnTo>
                    <a:pt x="0" y="17091"/>
                  </a:lnTo>
                  <a:cubicBezTo>
                    <a:pt x="48" y="19358"/>
                    <a:pt x="2034" y="20806"/>
                    <a:pt x="3535" y="19610"/>
                  </a:cubicBezTo>
                  <a:close/>
                </a:path>
              </a:pathLst>
            </a:custGeom>
            <a:solidFill>
              <a:schemeClr val="dk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8160" tIns="38160" r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3000" b="0" u="none" strike="noStrike">
                <a:solidFill>
                  <a:srgbClr val="FFFFFF"/>
                </a:solidFill>
                <a:uFillTx/>
                <a:latin typeface="Calibri"/>
                <a:ea typeface="DejaVu Sans"/>
              </a:endParaRPr>
            </a:p>
          </p:txBody>
        </p:sp>
      </p:grpSp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2241720" y="1664280"/>
            <a:ext cx="8013960" cy="447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347" name="PlaceHolder 3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  <a:ea typeface="DejaVu Sans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8" name="PlaceHolder 4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27736B4-C012-4A28-A813-02869C1508C3}" type="slidenum">
              <a:rPr lang="ru-RU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DejaVu Sans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9" name="PlaceHolder 5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Прямоугольник: скругленные углы 12"/>
          <p:cNvSpPr/>
          <p:nvPr/>
        </p:nvSpPr>
        <p:spPr>
          <a:xfrm>
            <a:off x="9499868" y="3974940"/>
            <a:ext cx="2684195" cy="2730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600">
            <a:solidFill>
              <a:srgbClr val="B1C514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59" name="Прямоугольник 8"/>
          <p:cNvSpPr/>
          <p:nvPr/>
        </p:nvSpPr>
        <p:spPr>
          <a:xfrm rot="3514200">
            <a:off x="3482280" y="3210840"/>
            <a:ext cx="3942720" cy="2553120"/>
          </a:xfrm>
          <a:prstGeom prst="rect">
            <a:avLst/>
          </a:prstGeom>
          <a:solidFill>
            <a:schemeClr val="accent1"/>
          </a:solidFill>
          <a:ln w="12600">
            <a:solidFill>
              <a:srgbClr val="B1C514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60" name="Прямоугольник: скругленные углы 6"/>
          <p:cNvSpPr/>
          <p:nvPr/>
        </p:nvSpPr>
        <p:spPr>
          <a:xfrm>
            <a:off x="5175000" y="2236680"/>
            <a:ext cx="1434600" cy="21754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600">
            <a:solidFill>
              <a:srgbClr val="B1C514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1335240" y="165960"/>
            <a:ext cx="9926640" cy="105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chemeClr val="dk1"/>
                </a:solidFill>
                <a:uFillTx/>
                <a:latin typeface="Calibri Light"/>
                <a:ea typeface="DejaVu Sans"/>
              </a:rPr>
              <a:t>Государственное бюджетное общеобразовательное учреждение города Москвы «Школа № 67»</a:t>
            </a:r>
            <a:endParaRPr lang="ru-RU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 type="subTitle"/>
          </p:nvPr>
        </p:nvSpPr>
        <p:spPr>
          <a:xfrm>
            <a:off x="355965" y="1283940"/>
            <a:ext cx="10867320" cy="203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algn="ctr"/>
            <a:r>
              <a:rPr lang="ru-RU" sz="4000" b="1" dirty="0"/>
              <a:t>«Автоматизация агротехнических операций с вовлечением в работу средств нейронных сетей»</a:t>
            </a:r>
            <a:endParaRPr lang="ru-RU" sz="4000" dirty="0"/>
          </a:p>
        </p:txBody>
      </p:sp>
      <p:sp>
        <p:nvSpPr>
          <p:cNvPr id="363" name="Прямоугольник 3"/>
          <p:cNvSpPr/>
          <p:nvPr/>
        </p:nvSpPr>
        <p:spPr>
          <a:xfrm>
            <a:off x="3635280" y="2258640"/>
            <a:ext cx="60948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uFillTx/>
              <a:latin typeface="TimesNewRoman"/>
              <a:ea typeface="DejaVu Sans"/>
            </a:endParaRPr>
          </a:p>
        </p:txBody>
      </p:sp>
      <p:sp>
        <p:nvSpPr>
          <p:cNvPr id="364" name="TextBox 4"/>
          <p:cNvSpPr/>
          <p:nvPr/>
        </p:nvSpPr>
        <p:spPr>
          <a:xfrm>
            <a:off x="6262920" y="4032720"/>
            <a:ext cx="5482080" cy="277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ru-RU" sz="2200" b="0" u="none" strike="noStrike">
                <a:solidFill>
                  <a:schemeClr val="dk1"/>
                </a:solidFill>
                <a:uFillTx/>
                <a:latin typeface="Calibri"/>
                <a:ea typeface="DejaVu Sans"/>
              </a:rPr>
              <a:t>Ученики 10 «М» класса ГБОУ Школы № 67:</a:t>
            </a:r>
            <a:endParaRPr lang="ru-RU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ru-RU" sz="2200" b="0" u="none" strike="noStrike">
                <a:solidFill>
                  <a:schemeClr val="dk1"/>
                </a:solidFill>
                <a:uFillTx/>
                <a:latin typeface="Calibri"/>
                <a:ea typeface="DejaVu Sans"/>
              </a:rPr>
              <a:t>Балановский Андрей Евгеньевич</a:t>
            </a:r>
            <a:endParaRPr lang="ru-RU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ru-RU" sz="2200" b="0" u="none" strike="noStrike">
                <a:solidFill>
                  <a:schemeClr val="dk1"/>
                </a:solidFill>
                <a:uFillTx/>
                <a:latin typeface="Calibri"/>
                <a:ea typeface="DejaVu Sans"/>
              </a:rPr>
              <a:t>Скоробогатов Владислав Константинович</a:t>
            </a:r>
            <a:endParaRPr lang="ru-RU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ru-RU" sz="2200" b="0" u="none" strike="noStrike">
                <a:solidFill>
                  <a:schemeClr val="dk1"/>
                </a:solidFill>
                <a:uFillTx/>
                <a:latin typeface="Calibri"/>
                <a:ea typeface="DejaVu Sans"/>
              </a:rPr>
              <a:t>Чушков Денис Михайлович</a:t>
            </a:r>
            <a:endParaRPr lang="ru-RU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ru-RU" sz="2200" b="0" u="none" strike="noStrike">
                <a:solidFill>
                  <a:schemeClr val="dk1"/>
                </a:solidFill>
                <a:uFillTx/>
                <a:latin typeface="Calibri"/>
                <a:ea typeface="DejaVu Sans"/>
              </a:rPr>
              <a:t>Руководитель:</a:t>
            </a:r>
            <a:endParaRPr lang="ru-RU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ru-RU" sz="2200" b="0" u="none" strike="noStrike">
                <a:solidFill>
                  <a:schemeClr val="dk1"/>
                </a:solidFill>
                <a:uFillTx/>
                <a:latin typeface="Calibri"/>
                <a:ea typeface="DejaVu Sans"/>
              </a:rPr>
              <a:t>педагог ГБОУ Школа №67</a:t>
            </a:r>
            <a:endParaRPr lang="ru-RU" sz="2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ru-RU" sz="2200" b="0" u="none" strike="noStrike">
                <a:solidFill>
                  <a:schemeClr val="dk1"/>
                </a:solidFill>
                <a:uFillTx/>
                <a:latin typeface="Calibri"/>
                <a:ea typeface="DejaVu Sans"/>
              </a:rPr>
              <a:t>Башкирцева Мария Вячеславовна</a:t>
            </a:r>
            <a:endParaRPr lang="ru-RU" sz="2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5" name="Прямоугольник: скругленные углы 10"/>
          <p:cNvSpPr/>
          <p:nvPr/>
        </p:nvSpPr>
        <p:spPr>
          <a:xfrm rot="3469200">
            <a:off x="4673160" y="4725360"/>
            <a:ext cx="408600" cy="1485720"/>
          </a:xfrm>
          <a:prstGeom prst="roundRect">
            <a:avLst>
              <a:gd name="adj" fmla="val 50000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66" name="Прямоугольник: скругленные углы 11"/>
          <p:cNvSpPr/>
          <p:nvPr/>
        </p:nvSpPr>
        <p:spPr>
          <a:xfrm rot="3504000">
            <a:off x="2820960" y="4336200"/>
            <a:ext cx="3941280" cy="1113480"/>
          </a:xfrm>
          <a:prstGeom prst="roundRect">
            <a:avLst>
              <a:gd name="adj" fmla="val 0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67" name="Прямоугольник: скругленные углы 13"/>
          <p:cNvSpPr/>
          <p:nvPr/>
        </p:nvSpPr>
        <p:spPr>
          <a:xfrm>
            <a:off x="6212880" y="5323680"/>
            <a:ext cx="99000" cy="15332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600">
            <a:solidFill>
              <a:srgbClr val="B1C514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68" name="Прямоугольник: скругленные углы 14"/>
          <p:cNvSpPr/>
          <p:nvPr/>
        </p:nvSpPr>
        <p:spPr>
          <a:xfrm rot="3504000">
            <a:off x="5567040" y="6009480"/>
            <a:ext cx="289080" cy="963720"/>
          </a:xfrm>
          <a:prstGeom prst="roundRect">
            <a:avLst>
              <a:gd name="adj" fmla="val 0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pic>
        <p:nvPicPr>
          <p:cNvPr id="369" name="Рисунок 308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 rot="2400">
            <a:off x="0" y="0"/>
            <a:ext cx="927360" cy="89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0" name="Рисунок 309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 flipH="1">
            <a:off x="720720" y="0"/>
            <a:ext cx="1259280" cy="95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TextBox 310"/>
          <p:cNvSpPr/>
          <p:nvPr/>
        </p:nvSpPr>
        <p:spPr>
          <a:xfrm>
            <a:off x="6312600" y="3058560"/>
            <a:ext cx="180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000" b="0" u="none" strike="noStrik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372" name="Рисунок 311"/>
          <p:cNvPicPr/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0921680" y="190080"/>
            <a:ext cx="2651040" cy="1247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Прямоугольник: скругленные углы 5"/>
          <p:cNvSpPr/>
          <p:nvPr/>
        </p:nvSpPr>
        <p:spPr>
          <a:xfrm>
            <a:off x="2053800" y="1367280"/>
            <a:ext cx="1833480" cy="141768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lt1"/>
                </a:solidFill>
                <a:uFillTx/>
                <a:latin typeface="Arial"/>
                <a:ea typeface="DejaVu Sans"/>
              </a:rPr>
              <a:t>Введение</a:t>
            </a: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/>
          </p:nvPr>
        </p:nvSpPr>
        <p:spPr>
          <a:xfrm>
            <a:off x="2425680" y="1620000"/>
            <a:ext cx="8013960" cy="12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lt1"/>
                </a:solidFill>
                <a:uFillTx/>
                <a:latin typeface="Arial"/>
                <a:ea typeface="DejaVu Sans"/>
              </a:rPr>
              <a:t>Проект посвящён автоматизации сельскохозяйственных процессов с использованием нейросетевых технологий. </a:t>
            </a:r>
            <a:endParaRPr lang="ru-RU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6" name="TextBox 5"/>
          <p:cNvSpPr/>
          <p:nvPr/>
        </p:nvSpPr>
        <p:spPr>
          <a:xfrm>
            <a:off x="2425680" y="3319560"/>
            <a:ext cx="6921360" cy="23068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2400" b="0" u="none" strike="noStrike" dirty="0">
                <a:solidFill>
                  <a:schemeClr val="lt1"/>
                </a:solidFill>
                <a:uFillTx/>
                <a:latin typeface="Calibri"/>
                <a:ea typeface="Calibri"/>
              </a:rPr>
              <a:t>Нейросеть обучается на симулированных данных мониторинга поля, выявляет скрытые зависимости между параметрами почвы и растений и выдает набор агротехнических действий для каждой ячейки, на основе которого строится поведение </a:t>
            </a:r>
          </a:p>
          <a:p>
            <a:pPr defTabSz="914400">
              <a:lnSpc>
                <a:spcPct val="100000"/>
              </a:lnSpc>
            </a:pPr>
            <a:r>
              <a:rPr lang="ru-RU" sz="2400" dirty="0">
                <a:solidFill>
                  <a:schemeClr val="lt1"/>
                </a:solidFill>
                <a:latin typeface="Calibri"/>
                <a:ea typeface="Calibri"/>
              </a:rPr>
              <a:t>умного трактора</a:t>
            </a:r>
            <a:endParaRPr lang="ru-RU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Группа 8"/>
          <p:cNvGrpSpPr/>
          <p:nvPr/>
        </p:nvGrpSpPr>
        <p:grpSpPr>
          <a:xfrm>
            <a:off x="504360" y="4071960"/>
            <a:ext cx="1856520" cy="1887120"/>
            <a:chOff x="504360" y="4071960"/>
            <a:chExt cx="1856520" cy="1887120"/>
          </a:xfrm>
        </p:grpSpPr>
        <p:pic>
          <p:nvPicPr>
            <p:cNvPr id="378" name="Рисунок 6"/>
            <p:cNvPicPr/>
            <p:nvPr/>
          </p:nvPicPr>
          <p:blipFill>
            <a:blip r:embed="rId3"/>
            <a:stretch/>
          </p:blipFill>
          <p:spPr>
            <a:xfrm>
              <a:off x="504360" y="4071960"/>
              <a:ext cx="1856520" cy="1780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79" name="Прямоугольник 7"/>
            <p:cNvSpPr/>
            <p:nvPr/>
          </p:nvSpPr>
          <p:spPr>
            <a:xfrm>
              <a:off x="1789200" y="5584320"/>
              <a:ext cx="571680" cy="374760"/>
            </a:xfrm>
            <a:prstGeom prst="rect">
              <a:avLst/>
            </a:prstGeom>
            <a:solidFill>
              <a:srgbClr val="E7E6E6"/>
            </a:solidFill>
            <a:ln w="12600">
              <a:solidFill>
                <a:srgbClr val="E7E6E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endParaRPr>
            </a:p>
          </p:txBody>
        </p:sp>
      </p:grpSp>
      <p:sp>
        <p:nvSpPr>
          <p:cNvPr id="380" name="Прямоугольник 9"/>
          <p:cNvSpPr/>
          <p:nvPr/>
        </p:nvSpPr>
        <p:spPr>
          <a:xfrm>
            <a:off x="2053800" y="3780000"/>
            <a:ext cx="1005480" cy="2656800"/>
          </a:xfrm>
          <a:prstGeom prst="rect">
            <a:avLst/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81" name="Прямоугольник: скругленные углы 5"/>
          <p:cNvSpPr/>
          <p:nvPr/>
        </p:nvSpPr>
        <p:spPr>
          <a:xfrm>
            <a:off x="2053800" y="1367280"/>
            <a:ext cx="1833480" cy="141768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82" name="Прямоугольник: скругленные углы 4"/>
          <p:cNvSpPr/>
          <p:nvPr/>
        </p:nvSpPr>
        <p:spPr>
          <a:xfrm>
            <a:off x="6435000" y="3347640"/>
            <a:ext cx="4041000" cy="350928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2160000" y="18000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lt1"/>
                </a:solidFill>
                <a:uFillTx/>
                <a:latin typeface="Calibri Light"/>
                <a:ea typeface="DejaVu Sans"/>
              </a:rPr>
              <a:t>Проблема</a:t>
            </a:r>
            <a:endParaRPr lang="ru-RU" sz="6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/>
          </p:nvPr>
        </p:nvSpPr>
        <p:spPr>
          <a:xfrm>
            <a:off x="2160000" y="1698120"/>
            <a:ext cx="6479280" cy="108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indent="0" defTabSz="914400">
              <a:lnSpc>
                <a:spcPct val="109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ru-RU" sz="3000" b="0" u="sng" strike="noStrike">
                <a:solidFill>
                  <a:schemeClr val="lt1"/>
                </a:solidFill>
                <a:uFillTx/>
                <a:latin typeface="Arial"/>
                <a:ea typeface="DejaVu Sans"/>
              </a:rPr>
              <a:t>Современное сельское хозяйство сталкивается с рядом проблем: </a:t>
            </a:r>
            <a:endParaRPr lang="ru-RU" sz="3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ru-RU" sz="16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85" name="Группа 10"/>
          <p:cNvGrpSpPr/>
          <p:nvPr/>
        </p:nvGrpSpPr>
        <p:grpSpPr>
          <a:xfrm>
            <a:off x="9830160" y="423000"/>
            <a:ext cx="1856520" cy="1887120"/>
            <a:chOff x="9830160" y="423000"/>
            <a:chExt cx="1856520" cy="1887120"/>
          </a:xfrm>
        </p:grpSpPr>
        <p:pic>
          <p:nvPicPr>
            <p:cNvPr id="386" name="Рисунок 11"/>
            <p:cNvPicPr/>
            <p:nvPr/>
          </p:nvPicPr>
          <p:blipFill>
            <a:blip r:embed="rId3"/>
            <a:stretch/>
          </p:blipFill>
          <p:spPr>
            <a:xfrm>
              <a:off x="9830160" y="423000"/>
              <a:ext cx="1856520" cy="1780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87" name="Прямоугольник 12"/>
            <p:cNvSpPr/>
            <p:nvPr/>
          </p:nvSpPr>
          <p:spPr>
            <a:xfrm>
              <a:off x="11115000" y="1935360"/>
              <a:ext cx="571680" cy="374760"/>
            </a:xfrm>
            <a:prstGeom prst="rect">
              <a:avLst/>
            </a:prstGeom>
            <a:solidFill>
              <a:srgbClr val="E7E6E6"/>
            </a:solidFill>
            <a:ln w="12600">
              <a:solidFill>
                <a:srgbClr val="E7E6E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endParaRPr>
            </a:p>
          </p:txBody>
        </p:sp>
      </p:grpSp>
      <p:sp>
        <p:nvSpPr>
          <p:cNvPr id="388" name="Прямоугольник 13"/>
          <p:cNvSpPr/>
          <p:nvPr/>
        </p:nvSpPr>
        <p:spPr>
          <a:xfrm>
            <a:off x="9725040" y="163440"/>
            <a:ext cx="750960" cy="2147040"/>
          </a:xfrm>
          <a:prstGeom prst="rect">
            <a:avLst/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89" name="Прямоугольник: скругленные углы 1"/>
          <p:cNvSpPr/>
          <p:nvPr/>
        </p:nvSpPr>
        <p:spPr>
          <a:xfrm>
            <a:off x="2160000" y="2925000"/>
            <a:ext cx="6036120" cy="723600"/>
          </a:xfrm>
          <a:prstGeom prst="roundRect">
            <a:avLst>
              <a:gd name="adj" fmla="val 16667"/>
            </a:avLst>
          </a:prstGeom>
          <a:solidFill>
            <a:srgbClr val="1264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9000"/>
              </a:lnSpc>
              <a:spcBef>
                <a:spcPts val="601"/>
              </a:spcBef>
              <a:spcAft>
                <a:spcPts val="601"/>
              </a:spcAft>
            </a:pPr>
            <a:r>
              <a:rPr lang="ru-RU" sz="1800" b="0" u="none" strike="noStrike" dirty="0">
                <a:solidFill>
                  <a:schemeClr val="lt1"/>
                </a:solidFill>
                <a:uFillTx/>
                <a:latin typeface="Arial"/>
                <a:ea typeface="DejaVu Sans"/>
              </a:rPr>
              <a:t>— большие площади полей, которые трудно контролировать </a:t>
            </a:r>
            <a:endParaRPr lang="ru-RU" sz="18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90" name="Прямоугольник: скругленные углы 2"/>
          <p:cNvSpPr/>
          <p:nvPr/>
        </p:nvSpPr>
        <p:spPr>
          <a:xfrm>
            <a:off x="2160000" y="3845160"/>
            <a:ext cx="6036120" cy="561240"/>
          </a:xfrm>
          <a:prstGeom prst="roundRect">
            <a:avLst>
              <a:gd name="adj" fmla="val 16667"/>
            </a:avLst>
          </a:prstGeom>
          <a:solidFill>
            <a:srgbClr val="1264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9000"/>
              </a:lnSpc>
              <a:spcBef>
                <a:spcPts val="601"/>
              </a:spcBef>
              <a:spcAft>
                <a:spcPts val="601"/>
              </a:spcAft>
            </a:pPr>
            <a:r>
              <a:rPr lang="ru-RU" sz="1800" b="0" u="none" strike="noStrike">
                <a:solidFill>
                  <a:schemeClr val="lt1"/>
                </a:solidFill>
                <a:uFillTx/>
                <a:latin typeface="Arial"/>
                <a:ea typeface="DejaVu Sans"/>
              </a:rPr>
              <a:t>— нехватка квалифицированных рабочих</a:t>
            </a:r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91" name="Прямоугольник: скругленные углы 3"/>
          <p:cNvSpPr/>
          <p:nvPr/>
        </p:nvSpPr>
        <p:spPr>
          <a:xfrm>
            <a:off x="2160000" y="4579200"/>
            <a:ext cx="6036120" cy="561240"/>
          </a:xfrm>
          <a:prstGeom prst="roundRect">
            <a:avLst>
              <a:gd name="adj" fmla="val 16667"/>
            </a:avLst>
          </a:prstGeom>
          <a:solidFill>
            <a:srgbClr val="1264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9000"/>
              </a:lnSpc>
              <a:spcBef>
                <a:spcPts val="601"/>
              </a:spcBef>
              <a:spcAft>
                <a:spcPts val="601"/>
              </a:spcAft>
            </a:pPr>
            <a:r>
              <a:rPr lang="ru-RU" sz="1800" b="0" u="none" strike="noStrike">
                <a:solidFill>
                  <a:schemeClr val="lt1"/>
                </a:solidFill>
                <a:uFillTx/>
                <a:latin typeface="Arial"/>
                <a:ea typeface="DejaVu Sans"/>
              </a:rPr>
              <a:t>— перерасход воды, удобрений и химикатов </a:t>
            </a:r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92" name="Прямоугольник: скругленные углы 4"/>
          <p:cNvSpPr/>
          <p:nvPr/>
        </p:nvSpPr>
        <p:spPr>
          <a:xfrm>
            <a:off x="2160000" y="5324040"/>
            <a:ext cx="6036120" cy="700560"/>
          </a:xfrm>
          <a:prstGeom prst="roundRect">
            <a:avLst>
              <a:gd name="adj" fmla="val 16667"/>
            </a:avLst>
          </a:prstGeom>
          <a:solidFill>
            <a:srgbClr val="1264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9000"/>
              </a:lnSpc>
              <a:spcBef>
                <a:spcPts val="601"/>
              </a:spcBef>
              <a:spcAft>
                <a:spcPts val="601"/>
              </a:spcAft>
            </a:pPr>
            <a:r>
              <a:rPr lang="ru-RU" sz="1800" b="0" u="none" strike="noStrike" dirty="0">
                <a:solidFill>
                  <a:schemeClr val="lt1"/>
                </a:solidFill>
                <a:uFillTx/>
                <a:latin typeface="Arial"/>
                <a:ea typeface="DejaVu Sans"/>
              </a:rPr>
              <a:t>— высокая вероятность ошибки человека, особенно неопытного. </a:t>
            </a:r>
            <a:endParaRPr lang="ru-RU" sz="18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93" name="Picture 2" descr="Picture background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8280000" y="607320"/>
            <a:ext cx="4161960" cy="217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4" name="Picture 4" descr="Picture background"/>
          <p:cNvPicPr/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8303040" y="2909160"/>
            <a:ext cx="4239720" cy="2646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7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1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5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9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Группа 8"/>
          <p:cNvGrpSpPr/>
          <p:nvPr/>
        </p:nvGrpSpPr>
        <p:grpSpPr>
          <a:xfrm>
            <a:off x="504360" y="4071960"/>
            <a:ext cx="1856520" cy="1887120"/>
            <a:chOff x="504360" y="4071960"/>
            <a:chExt cx="1856520" cy="1887120"/>
          </a:xfrm>
        </p:grpSpPr>
        <p:pic>
          <p:nvPicPr>
            <p:cNvPr id="396" name="Рисунок 6"/>
            <p:cNvPicPr/>
            <p:nvPr/>
          </p:nvPicPr>
          <p:blipFill>
            <a:blip r:embed="rId2"/>
            <a:stretch/>
          </p:blipFill>
          <p:spPr>
            <a:xfrm>
              <a:off x="504360" y="4071960"/>
              <a:ext cx="1856520" cy="1780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97" name="Прямоугольник 7"/>
            <p:cNvSpPr/>
            <p:nvPr/>
          </p:nvSpPr>
          <p:spPr>
            <a:xfrm>
              <a:off x="1789200" y="5584320"/>
              <a:ext cx="571680" cy="374760"/>
            </a:xfrm>
            <a:prstGeom prst="rect">
              <a:avLst/>
            </a:prstGeom>
            <a:solidFill>
              <a:srgbClr val="E7E6E6"/>
            </a:solidFill>
            <a:ln w="12600">
              <a:solidFill>
                <a:srgbClr val="E7E6E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endParaRPr>
            </a:p>
          </p:txBody>
        </p:sp>
      </p:grpSp>
      <p:sp>
        <p:nvSpPr>
          <p:cNvPr id="398" name="Прямоугольник: скругленные углы 4"/>
          <p:cNvSpPr/>
          <p:nvPr/>
        </p:nvSpPr>
        <p:spPr>
          <a:xfrm>
            <a:off x="6435000" y="3347640"/>
            <a:ext cx="4041000" cy="350928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399" name="Прямоугольник 9"/>
          <p:cNvSpPr/>
          <p:nvPr/>
        </p:nvSpPr>
        <p:spPr>
          <a:xfrm>
            <a:off x="2053800" y="3780000"/>
            <a:ext cx="1005480" cy="2656800"/>
          </a:xfrm>
          <a:prstGeom prst="rect">
            <a:avLst/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00" name="Прямоугольник 4"/>
          <p:cNvSpPr/>
          <p:nvPr/>
        </p:nvSpPr>
        <p:spPr>
          <a:xfrm>
            <a:off x="2238480" y="3980160"/>
            <a:ext cx="6201360" cy="14180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401" name="Прямоугольник: скругленные углы 5"/>
          <p:cNvSpPr/>
          <p:nvPr/>
        </p:nvSpPr>
        <p:spPr>
          <a:xfrm>
            <a:off x="2053800" y="1367280"/>
            <a:ext cx="1833480" cy="141768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02" name="Прямоугольник: скругленные углы 1"/>
          <p:cNvSpPr/>
          <p:nvPr/>
        </p:nvSpPr>
        <p:spPr>
          <a:xfrm>
            <a:off x="2238480" y="1973520"/>
            <a:ext cx="6437520" cy="11034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2160000" y="180000"/>
            <a:ext cx="8013960" cy="118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000" b="0" u="none" strike="noStrike">
                <a:solidFill>
                  <a:schemeClr val="lt1"/>
                </a:solidFill>
                <a:uFillTx/>
                <a:latin typeface="Calibri Light"/>
                <a:ea typeface="DejaVu Sans"/>
              </a:rPr>
              <a:t>Актуальность, обоснование темы</a:t>
            </a:r>
            <a:endParaRPr lang="ru-RU" sz="4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2238480" y="1598040"/>
            <a:ext cx="6680880" cy="152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ru-RU" sz="2600" b="0" u="sng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Актуальность:</a:t>
            </a:r>
            <a:endParaRPr lang="ru-RU" sz="26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ru-RU" sz="26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	Растущая потребность в автоматизации, внедрении ИИ и робототехники для снижения затрат и увеличения точности обработки полей. </a:t>
            </a:r>
            <a:endParaRPr lang="ru-RU" sz="26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ru-RU" sz="26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05" name="Группа 10"/>
          <p:cNvGrpSpPr/>
          <p:nvPr/>
        </p:nvGrpSpPr>
        <p:grpSpPr>
          <a:xfrm>
            <a:off x="9830160" y="423000"/>
            <a:ext cx="1856520" cy="1887120"/>
            <a:chOff x="9830160" y="423000"/>
            <a:chExt cx="1856520" cy="1887120"/>
          </a:xfrm>
        </p:grpSpPr>
        <p:pic>
          <p:nvPicPr>
            <p:cNvPr id="406" name="Рисунок 11"/>
            <p:cNvPicPr/>
            <p:nvPr/>
          </p:nvPicPr>
          <p:blipFill>
            <a:blip r:embed="rId2"/>
            <a:stretch/>
          </p:blipFill>
          <p:spPr>
            <a:xfrm>
              <a:off x="9830160" y="423000"/>
              <a:ext cx="1856520" cy="1780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07" name="Прямоугольник 12"/>
            <p:cNvSpPr/>
            <p:nvPr/>
          </p:nvSpPr>
          <p:spPr>
            <a:xfrm>
              <a:off x="11115000" y="1935360"/>
              <a:ext cx="571680" cy="374760"/>
            </a:xfrm>
            <a:prstGeom prst="rect">
              <a:avLst/>
            </a:prstGeom>
            <a:solidFill>
              <a:srgbClr val="E7E6E6"/>
            </a:solidFill>
            <a:ln w="12600">
              <a:solidFill>
                <a:srgbClr val="E7E6E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endParaRPr>
            </a:p>
          </p:txBody>
        </p:sp>
      </p:grpSp>
      <p:sp>
        <p:nvSpPr>
          <p:cNvPr id="408" name="Прямоугольник 13"/>
          <p:cNvSpPr/>
          <p:nvPr/>
        </p:nvSpPr>
        <p:spPr>
          <a:xfrm>
            <a:off x="9725040" y="163440"/>
            <a:ext cx="750960" cy="2147040"/>
          </a:xfrm>
          <a:prstGeom prst="rect">
            <a:avLst/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pic>
        <p:nvPicPr>
          <p:cNvPr id="409" name="Рисунок 32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 flipH="1">
            <a:off x="8677440" y="986760"/>
            <a:ext cx="3551400" cy="237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0" name="Рисунок 325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8713080" y="3780000"/>
            <a:ext cx="3478320" cy="251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TextBox 3"/>
          <p:cNvSpPr/>
          <p:nvPr/>
        </p:nvSpPr>
        <p:spPr>
          <a:xfrm>
            <a:off x="2215080" y="3525480"/>
            <a:ext cx="6483960" cy="174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ru-RU" sz="2000" b="0" u="sng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Обоснование темы:</a:t>
            </a:r>
            <a:endParaRPr lang="ru-RU" sz="20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tabLst>
                <a:tab pos="0" algn="l"/>
              </a:tabLst>
            </a:pPr>
            <a:r>
              <a:rPr lang="ru-RU" sz="20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Интеграция дронов, нейросетей и автономной техники позволяет создать интеллектуальную систему мониторинга и управления сельскохозяйственными процессами.</a:t>
            </a:r>
            <a:endParaRPr lang="ru-RU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Прямоугольник: скругленные углы 23"/>
          <p:cNvSpPr/>
          <p:nvPr/>
        </p:nvSpPr>
        <p:spPr>
          <a:xfrm>
            <a:off x="2053800" y="1367280"/>
            <a:ext cx="1833480" cy="141768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13" name="Прямоугольник: скругленные углы 24"/>
          <p:cNvSpPr/>
          <p:nvPr/>
        </p:nvSpPr>
        <p:spPr>
          <a:xfrm>
            <a:off x="6435000" y="3347640"/>
            <a:ext cx="4041000" cy="350928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800" b="0" u="none" strike="noStrike" dirty="0">
                <a:solidFill>
                  <a:schemeClr val="lt1"/>
                </a:solidFill>
                <a:uFillTx/>
                <a:latin typeface="Calibri Light"/>
                <a:ea typeface="DejaVu Sans"/>
              </a:rPr>
              <a:t>Цель и задачи проекта</a:t>
            </a:r>
            <a:endParaRPr lang="ru-RU" sz="4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5" name="TextBox 10"/>
          <p:cNvSpPr/>
          <p:nvPr/>
        </p:nvSpPr>
        <p:spPr>
          <a:xfrm>
            <a:off x="2160000" y="1440000"/>
            <a:ext cx="7459200" cy="225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ru-RU" sz="21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Цель: </a:t>
            </a:r>
            <a:endParaRPr lang="ru-RU" sz="21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21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Повышение эффективности и производительности сельскохозяйственных </a:t>
            </a:r>
            <a:r>
              <a:rPr lang="ru-RU" sz="22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предприятий</a:t>
            </a:r>
            <a:r>
              <a:rPr lang="ru-RU" sz="21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 путём автоматизации мониторинга и обработки полей с использованием нейронной сети и автономной техники. </a:t>
            </a:r>
            <a:endParaRPr lang="ru-RU" sz="21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16" name="Группа 12"/>
          <p:cNvGrpSpPr/>
          <p:nvPr/>
        </p:nvGrpSpPr>
        <p:grpSpPr>
          <a:xfrm>
            <a:off x="9450000" y="2742480"/>
            <a:ext cx="1856520" cy="1887120"/>
            <a:chOff x="9450000" y="2742480"/>
            <a:chExt cx="1856520" cy="1887120"/>
          </a:xfrm>
        </p:grpSpPr>
        <p:pic>
          <p:nvPicPr>
            <p:cNvPr id="417" name="Рисунок 12"/>
            <p:cNvPicPr/>
            <p:nvPr/>
          </p:nvPicPr>
          <p:blipFill>
            <a:blip r:embed="rId2"/>
            <a:stretch/>
          </p:blipFill>
          <p:spPr>
            <a:xfrm>
              <a:off x="9450000" y="2742480"/>
              <a:ext cx="1856520" cy="1780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18" name="Прямоугольник 24"/>
            <p:cNvSpPr/>
            <p:nvPr/>
          </p:nvSpPr>
          <p:spPr>
            <a:xfrm>
              <a:off x="10734840" y="4254840"/>
              <a:ext cx="571680" cy="374760"/>
            </a:xfrm>
            <a:prstGeom prst="rect">
              <a:avLst/>
            </a:prstGeom>
            <a:solidFill>
              <a:srgbClr val="E7E6E6"/>
            </a:solidFill>
            <a:ln w="12600">
              <a:solidFill>
                <a:srgbClr val="E7E6E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endParaRPr>
            </a:p>
          </p:txBody>
        </p:sp>
      </p:grpSp>
      <p:sp>
        <p:nvSpPr>
          <p:cNvPr id="419" name="Прямоугольник 25"/>
          <p:cNvSpPr/>
          <p:nvPr/>
        </p:nvSpPr>
        <p:spPr>
          <a:xfrm>
            <a:off x="9450000" y="2473920"/>
            <a:ext cx="1026000" cy="2147040"/>
          </a:xfrm>
          <a:prstGeom prst="rect">
            <a:avLst/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20" name="Знак умножения 8"/>
          <p:cNvSpPr/>
          <p:nvPr/>
        </p:nvSpPr>
        <p:spPr>
          <a:xfrm rot="98400">
            <a:off x="9328680" y="-101880"/>
            <a:ext cx="2331720" cy="1511640"/>
          </a:xfrm>
          <a:prstGeom prst="mathMultiply">
            <a:avLst>
              <a:gd name="adj1" fmla="val 23520"/>
            </a:avLst>
          </a:prstGeom>
          <a:solidFill>
            <a:srgbClr val="E7E6E6"/>
          </a:solidFill>
          <a:ln w="12600">
            <a:solidFill>
              <a:srgbClr val="E7E6E6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pic>
        <p:nvPicPr>
          <p:cNvPr id="421" name="Рисунок 346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387880" y="3692160"/>
            <a:ext cx="2651400" cy="250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2" name="Рисунок 347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538240" y="3692160"/>
            <a:ext cx="4001040" cy="2667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Прямоугольник: скругленные углы 348"/>
          <p:cNvSpPr/>
          <p:nvPr/>
        </p:nvSpPr>
        <p:spPr>
          <a:xfrm>
            <a:off x="2160000" y="3060000"/>
            <a:ext cx="7019280" cy="1079280"/>
          </a:xfrm>
          <a:prstGeom prst="roundRect">
            <a:avLst>
              <a:gd name="adj" fmla="val 35155"/>
            </a:avLst>
          </a:prstGeom>
          <a:solidFill>
            <a:schemeClr val="accent5">
              <a:lumMod val="75000"/>
            </a:schemeClr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424" name="Прямоугольник: скругленные углы 2"/>
          <p:cNvSpPr/>
          <p:nvPr/>
        </p:nvSpPr>
        <p:spPr>
          <a:xfrm>
            <a:off x="2053800" y="1367280"/>
            <a:ext cx="1833480" cy="141768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25" name="Прямоугольник: скругленные углы 7"/>
          <p:cNvSpPr/>
          <p:nvPr/>
        </p:nvSpPr>
        <p:spPr>
          <a:xfrm>
            <a:off x="6435000" y="4500000"/>
            <a:ext cx="4041000" cy="235692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lt1"/>
                </a:solidFill>
                <a:uFillTx/>
                <a:latin typeface="Calibri Light"/>
                <a:ea typeface="DejaVu Sans"/>
              </a:rPr>
              <a:t>Цель и задачи проекта</a:t>
            </a: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/>
          </p:nvPr>
        </p:nvSpPr>
        <p:spPr>
          <a:xfrm>
            <a:off x="2160720" y="2672640"/>
            <a:ext cx="7146720" cy="46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ru-RU" sz="2000" b="0" u="none" strike="noStrike" dirty="0">
                <a:solidFill>
                  <a:schemeClr val="lt1"/>
                </a:solidFill>
                <a:uFillTx/>
                <a:latin typeface="Calibri"/>
                <a:ea typeface="DejaVu Sans"/>
              </a:rPr>
              <a:t>Задачи:</a:t>
            </a:r>
            <a:endParaRPr lang="ru-RU" sz="20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ru-RU" sz="2000" b="0" u="none" strike="noStrike" dirty="0">
                <a:solidFill>
                  <a:schemeClr val="lt1"/>
                </a:solidFill>
                <a:uFillTx/>
                <a:latin typeface="Calibri"/>
                <a:ea typeface="DejaVu Sans"/>
              </a:rPr>
              <a:t>1. Смоделировать процесс мониторинга состояния поля и растений.</a:t>
            </a:r>
            <a:endParaRPr lang="ru-RU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8" name="TextBox 2"/>
          <p:cNvSpPr/>
          <p:nvPr/>
        </p:nvSpPr>
        <p:spPr>
          <a:xfrm>
            <a:off x="2160720" y="1103760"/>
            <a:ext cx="7869600" cy="176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Цель: </a:t>
            </a: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Повышение эффективности и производительности сельскохозяйственных </a:t>
            </a:r>
            <a:r>
              <a:rPr lang="ru-RU" sz="20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предприятий</a:t>
            </a:r>
            <a:r>
              <a:rPr lang="ru-RU" sz="18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 путём автоматизации мониторинга и обработки полей с использованием нейронной сети и автономной техники. </a:t>
            </a: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29" name="Группа 2"/>
          <p:cNvGrpSpPr/>
          <p:nvPr/>
        </p:nvGrpSpPr>
        <p:grpSpPr>
          <a:xfrm>
            <a:off x="9450000" y="2742480"/>
            <a:ext cx="1856520" cy="1887120"/>
            <a:chOff x="9450000" y="2742480"/>
            <a:chExt cx="1856520" cy="1887120"/>
          </a:xfrm>
        </p:grpSpPr>
        <p:pic>
          <p:nvPicPr>
            <p:cNvPr id="430" name="Рисунок 2"/>
            <p:cNvPicPr/>
            <p:nvPr/>
          </p:nvPicPr>
          <p:blipFill>
            <a:blip r:embed="rId2"/>
            <a:stretch/>
          </p:blipFill>
          <p:spPr>
            <a:xfrm>
              <a:off x="9450000" y="2742480"/>
              <a:ext cx="1856520" cy="1780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31" name="Прямоугольник 5"/>
            <p:cNvSpPr/>
            <p:nvPr/>
          </p:nvSpPr>
          <p:spPr>
            <a:xfrm>
              <a:off x="10734840" y="4254840"/>
              <a:ext cx="571680" cy="374760"/>
            </a:xfrm>
            <a:prstGeom prst="rect">
              <a:avLst/>
            </a:prstGeom>
            <a:solidFill>
              <a:srgbClr val="E7E6E6"/>
            </a:solidFill>
            <a:ln w="12600">
              <a:solidFill>
                <a:srgbClr val="E7E6E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endParaRPr>
            </a:p>
          </p:txBody>
        </p:sp>
      </p:grpSp>
      <p:sp>
        <p:nvSpPr>
          <p:cNvPr id="432" name="Прямоугольник 6"/>
          <p:cNvSpPr/>
          <p:nvPr/>
        </p:nvSpPr>
        <p:spPr>
          <a:xfrm>
            <a:off x="9450000" y="2473920"/>
            <a:ext cx="1026000" cy="2147040"/>
          </a:xfrm>
          <a:prstGeom prst="rect">
            <a:avLst/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33" name="Знак умножения 2"/>
          <p:cNvSpPr/>
          <p:nvPr/>
        </p:nvSpPr>
        <p:spPr>
          <a:xfrm rot="98400">
            <a:off x="9328680" y="-101880"/>
            <a:ext cx="2331720" cy="1511640"/>
          </a:xfrm>
          <a:prstGeom prst="mathMultiply">
            <a:avLst>
              <a:gd name="adj1" fmla="val 23520"/>
            </a:avLst>
          </a:prstGeom>
          <a:solidFill>
            <a:srgbClr val="E7E6E6"/>
          </a:solidFill>
          <a:ln w="12600">
            <a:solidFill>
              <a:srgbClr val="E7E6E6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pic>
        <p:nvPicPr>
          <p:cNvPr id="434" name="Рисунок 360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288120" y="4405680"/>
            <a:ext cx="3832560" cy="215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5" name="Рисунок 1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195640" y="4158720"/>
            <a:ext cx="3779280" cy="2649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 additive="repl">
                                        <p:cTn id="7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 additive="repl">
                                        <p:cTn id="11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 additive="repl">
                                        <p:cTn id="15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 additive="repl">
                                        <p:cTn id="20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Группа 3"/>
          <p:cNvGrpSpPr/>
          <p:nvPr/>
        </p:nvGrpSpPr>
        <p:grpSpPr>
          <a:xfrm>
            <a:off x="9450000" y="2742480"/>
            <a:ext cx="1856520" cy="1887120"/>
            <a:chOff x="9450000" y="2742480"/>
            <a:chExt cx="1856520" cy="1887120"/>
          </a:xfrm>
        </p:grpSpPr>
        <p:pic>
          <p:nvPicPr>
            <p:cNvPr id="437" name="Рисунок 3"/>
            <p:cNvPicPr/>
            <p:nvPr/>
          </p:nvPicPr>
          <p:blipFill>
            <a:blip r:embed="rId2"/>
            <a:stretch/>
          </p:blipFill>
          <p:spPr>
            <a:xfrm>
              <a:off x="9450000" y="2742480"/>
              <a:ext cx="1856520" cy="1780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38" name="Прямоугольник 14"/>
            <p:cNvSpPr/>
            <p:nvPr/>
          </p:nvSpPr>
          <p:spPr>
            <a:xfrm>
              <a:off x="10734840" y="4254840"/>
              <a:ext cx="571680" cy="374760"/>
            </a:xfrm>
            <a:prstGeom prst="rect">
              <a:avLst/>
            </a:prstGeom>
            <a:solidFill>
              <a:srgbClr val="E7E6E6"/>
            </a:solidFill>
            <a:ln w="12600">
              <a:solidFill>
                <a:srgbClr val="E7E6E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endParaRPr>
            </a:p>
          </p:txBody>
        </p:sp>
      </p:grpSp>
      <p:sp>
        <p:nvSpPr>
          <p:cNvPr id="439" name="Прямоугольник 15"/>
          <p:cNvSpPr/>
          <p:nvPr/>
        </p:nvSpPr>
        <p:spPr>
          <a:xfrm>
            <a:off x="9450000" y="2473920"/>
            <a:ext cx="1026000" cy="2147040"/>
          </a:xfrm>
          <a:prstGeom prst="rect">
            <a:avLst/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40" name="Прямоугольник: скругленные углы 361"/>
          <p:cNvSpPr/>
          <p:nvPr/>
        </p:nvSpPr>
        <p:spPr>
          <a:xfrm>
            <a:off x="2160360" y="3060360"/>
            <a:ext cx="7198920" cy="1079280"/>
          </a:xfrm>
          <a:prstGeom prst="roundRect">
            <a:avLst>
              <a:gd name="adj" fmla="val 35155"/>
            </a:avLst>
          </a:prstGeom>
          <a:solidFill>
            <a:schemeClr val="accent5">
              <a:lumMod val="75000"/>
            </a:schemeClr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441" name="Прямоугольник: скругленные углы 8"/>
          <p:cNvSpPr/>
          <p:nvPr/>
        </p:nvSpPr>
        <p:spPr>
          <a:xfrm>
            <a:off x="2053800" y="1367280"/>
            <a:ext cx="1833480" cy="141768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42" name="Прямоугольник: скругленные углы 9"/>
          <p:cNvSpPr/>
          <p:nvPr/>
        </p:nvSpPr>
        <p:spPr>
          <a:xfrm>
            <a:off x="6435000" y="4140360"/>
            <a:ext cx="4041000" cy="271656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lt1"/>
                </a:solidFill>
                <a:uFillTx/>
                <a:latin typeface="Calibri Light"/>
                <a:ea typeface="DejaVu Sans"/>
              </a:rPr>
              <a:t>Цель и задачи проекта</a:t>
            </a: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/>
          </p:cNvSpPr>
          <p:nvPr>
            <p:ph/>
          </p:nvPr>
        </p:nvSpPr>
        <p:spPr>
          <a:xfrm>
            <a:off x="2160720" y="2672640"/>
            <a:ext cx="7146720" cy="85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ru-RU" sz="2000" b="0" u="none" strike="noStrike" dirty="0">
                <a:solidFill>
                  <a:schemeClr val="lt1"/>
                </a:solidFill>
                <a:uFillTx/>
                <a:latin typeface="Calibri"/>
                <a:ea typeface="DejaVu Sans"/>
              </a:rPr>
              <a:t>Задачи:</a:t>
            </a:r>
            <a:endParaRPr lang="ru-RU" sz="20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ru-RU" sz="2000" b="0" u="none" strike="noStrike" dirty="0">
                <a:solidFill>
                  <a:schemeClr val="lt1"/>
                </a:solidFill>
                <a:uFillTx/>
                <a:latin typeface="Calibri"/>
                <a:ea typeface="DejaVu Sans"/>
              </a:rPr>
              <a:t>2. Разработать нейросеть, которая может предпринимать различные агротехнические действия </a:t>
            </a:r>
            <a:endParaRPr lang="ru-RU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5" name="TextBox 5"/>
          <p:cNvSpPr/>
          <p:nvPr/>
        </p:nvSpPr>
        <p:spPr>
          <a:xfrm>
            <a:off x="2160720" y="1103760"/>
            <a:ext cx="7869600" cy="176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Цель: </a:t>
            </a: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Повышение эффективности и производительности сельскохозяйственных </a:t>
            </a:r>
            <a:r>
              <a:rPr lang="ru-RU" sz="20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предприятий</a:t>
            </a:r>
            <a:r>
              <a:rPr lang="ru-RU" sz="18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 путём автоматизации мониторинга и обработки полей с использованием нейронной сети и автономной техники. </a:t>
            </a: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6" name="Знак умножения 3"/>
          <p:cNvSpPr/>
          <p:nvPr/>
        </p:nvSpPr>
        <p:spPr>
          <a:xfrm rot="98400">
            <a:off x="9328680" y="-101880"/>
            <a:ext cx="2331720" cy="1511640"/>
          </a:xfrm>
          <a:prstGeom prst="mathMultiply">
            <a:avLst>
              <a:gd name="adj1" fmla="val 23520"/>
            </a:avLst>
          </a:prstGeom>
          <a:solidFill>
            <a:srgbClr val="E7E6E6"/>
          </a:solidFill>
          <a:ln w="12600">
            <a:solidFill>
              <a:srgbClr val="E7E6E6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pic>
        <p:nvPicPr>
          <p:cNvPr id="447" name="Рисунок 373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63280" y="4291920"/>
            <a:ext cx="3996000" cy="256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8" name="Рисунок 1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160000" y="4218120"/>
            <a:ext cx="3959280" cy="2639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 additive="repl">
                                        <p:cTn id="7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 additive="repl">
                                        <p:cTn id="11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" dur="500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" dur="500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Прямоугольник: скругленные углы 387"/>
          <p:cNvSpPr/>
          <p:nvPr/>
        </p:nvSpPr>
        <p:spPr>
          <a:xfrm>
            <a:off x="2160360" y="3060360"/>
            <a:ext cx="7378920" cy="1079280"/>
          </a:xfrm>
          <a:prstGeom prst="roundRect">
            <a:avLst>
              <a:gd name="adj" fmla="val 35155"/>
            </a:avLst>
          </a:prstGeom>
          <a:solidFill>
            <a:schemeClr val="accent5">
              <a:lumMod val="75000"/>
            </a:schemeClr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450" name="Прямоугольник: скругленные углы 17"/>
          <p:cNvSpPr/>
          <p:nvPr/>
        </p:nvSpPr>
        <p:spPr>
          <a:xfrm>
            <a:off x="2053800" y="1367280"/>
            <a:ext cx="1833480" cy="141768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51" name="Прямоугольник: скругленные углы 18"/>
          <p:cNvSpPr/>
          <p:nvPr/>
        </p:nvSpPr>
        <p:spPr>
          <a:xfrm>
            <a:off x="6895440" y="4415040"/>
            <a:ext cx="3580560" cy="241956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52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lt1"/>
                </a:solidFill>
                <a:uFillTx/>
                <a:latin typeface="Calibri Light"/>
                <a:ea typeface="DejaVu Sans"/>
              </a:rPr>
              <a:t>Цель и задачи проекта</a:t>
            </a: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3" name="PlaceHolder 2"/>
          <p:cNvSpPr>
            <a:spLocks noGrp="1"/>
          </p:cNvSpPr>
          <p:nvPr>
            <p:ph/>
          </p:nvPr>
        </p:nvSpPr>
        <p:spPr>
          <a:xfrm>
            <a:off x="2160720" y="2672640"/>
            <a:ext cx="7378560" cy="128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ru-RU" sz="2000" b="0" u="none" strike="noStrike" dirty="0">
                <a:solidFill>
                  <a:schemeClr val="lt1"/>
                </a:solidFill>
                <a:uFillTx/>
                <a:latin typeface="Calibri"/>
                <a:ea typeface="DejaVu Sans"/>
              </a:rPr>
              <a:t>Задачи:</a:t>
            </a:r>
            <a:endParaRPr lang="ru-RU" sz="20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ru-RU" sz="2000" b="0" u="none" strike="noStrike" dirty="0">
                <a:solidFill>
                  <a:schemeClr val="lt1"/>
                </a:solidFill>
                <a:uFillTx/>
                <a:latin typeface="Calibri"/>
                <a:ea typeface="DejaVu Sans"/>
              </a:rPr>
              <a:t>3. Реализовать нейросетевую модель управления автономным трактором. </a:t>
            </a:r>
            <a:endParaRPr lang="ru-RU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4" name="TextBox 7"/>
          <p:cNvSpPr/>
          <p:nvPr/>
        </p:nvSpPr>
        <p:spPr>
          <a:xfrm>
            <a:off x="2160720" y="1103760"/>
            <a:ext cx="7869600" cy="176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Цель: </a:t>
            </a: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Повышение эффективности и производительности сельскохозяйственных </a:t>
            </a:r>
            <a:r>
              <a:rPr lang="ru-RU" sz="20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предприятий</a:t>
            </a:r>
            <a:r>
              <a:rPr lang="ru-RU" sz="18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 путём автоматизации мониторинга и обработки полей с использованием нейронной сети и автономной техники. </a:t>
            </a: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55" name="Группа 5"/>
          <p:cNvGrpSpPr/>
          <p:nvPr/>
        </p:nvGrpSpPr>
        <p:grpSpPr>
          <a:xfrm>
            <a:off x="9450000" y="2742480"/>
            <a:ext cx="1856520" cy="1887120"/>
            <a:chOff x="9450000" y="2742480"/>
            <a:chExt cx="1856520" cy="1887120"/>
          </a:xfrm>
        </p:grpSpPr>
        <p:pic>
          <p:nvPicPr>
            <p:cNvPr id="456" name="Рисунок 5"/>
            <p:cNvPicPr/>
            <p:nvPr/>
          </p:nvPicPr>
          <p:blipFill>
            <a:blip r:embed="rId2"/>
            <a:stretch/>
          </p:blipFill>
          <p:spPr>
            <a:xfrm>
              <a:off x="9450000" y="2742480"/>
              <a:ext cx="1856520" cy="1780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57" name="Прямоугольник 18"/>
            <p:cNvSpPr/>
            <p:nvPr/>
          </p:nvSpPr>
          <p:spPr>
            <a:xfrm>
              <a:off x="10734840" y="4254840"/>
              <a:ext cx="571680" cy="374760"/>
            </a:xfrm>
            <a:prstGeom prst="rect">
              <a:avLst/>
            </a:prstGeom>
            <a:solidFill>
              <a:srgbClr val="E7E6E6"/>
            </a:solidFill>
            <a:ln w="12600">
              <a:solidFill>
                <a:srgbClr val="E7E6E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endParaRPr>
            </a:p>
          </p:txBody>
        </p:sp>
      </p:grpSp>
      <p:sp>
        <p:nvSpPr>
          <p:cNvPr id="458" name="Прямоугольник 19"/>
          <p:cNvSpPr/>
          <p:nvPr/>
        </p:nvSpPr>
        <p:spPr>
          <a:xfrm>
            <a:off x="9450000" y="2473920"/>
            <a:ext cx="1026000" cy="2147040"/>
          </a:xfrm>
          <a:prstGeom prst="rect">
            <a:avLst/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59" name="Знак умножения 5"/>
          <p:cNvSpPr/>
          <p:nvPr/>
        </p:nvSpPr>
        <p:spPr>
          <a:xfrm rot="98400">
            <a:off x="9328680" y="-101880"/>
            <a:ext cx="2331720" cy="1511640"/>
          </a:xfrm>
          <a:prstGeom prst="mathMultiply">
            <a:avLst>
              <a:gd name="adj1" fmla="val 23520"/>
            </a:avLst>
          </a:prstGeom>
          <a:solidFill>
            <a:srgbClr val="E7E6E6"/>
          </a:solidFill>
          <a:ln w="12600">
            <a:solidFill>
              <a:srgbClr val="E7E6E6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pic>
        <p:nvPicPr>
          <p:cNvPr id="460" name="Рисунок 399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205720" y="4320000"/>
            <a:ext cx="4273560" cy="250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1" name="Picture 2" descr="Picture background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543360" y="4299120"/>
            <a:ext cx="3797640" cy="2527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 additive="repl">
                                        <p:cTn id="7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 additive="repl">
                                        <p:cTn id="11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" dur="500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" dur="500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 additive="repl">
                                        <p:cTn id="21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Прямоугольник: скругленные углы 374"/>
          <p:cNvSpPr/>
          <p:nvPr/>
        </p:nvSpPr>
        <p:spPr>
          <a:xfrm>
            <a:off x="2160360" y="3060360"/>
            <a:ext cx="7288920" cy="1079280"/>
          </a:xfrm>
          <a:prstGeom prst="roundRect">
            <a:avLst>
              <a:gd name="adj" fmla="val 35155"/>
            </a:avLst>
          </a:prstGeom>
          <a:solidFill>
            <a:schemeClr val="accent5">
              <a:lumMod val="75000"/>
            </a:schemeClr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463" name="Прямоугольник: скругленные углы 15"/>
          <p:cNvSpPr/>
          <p:nvPr/>
        </p:nvSpPr>
        <p:spPr>
          <a:xfrm>
            <a:off x="2053800" y="1367280"/>
            <a:ext cx="1833480" cy="141768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64" name="Прямоугольник: скругленные углы 16"/>
          <p:cNvSpPr/>
          <p:nvPr/>
        </p:nvSpPr>
        <p:spPr>
          <a:xfrm>
            <a:off x="6435000" y="4320000"/>
            <a:ext cx="4041000" cy="253692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lt1"/>
                </a:solidFill>
                <a:uFillTx/>
                <a:latin typeface="Calibri Light"/>
                <a:ea typeface="DejaVu Sans"/>
              </a:rPr>
              <a:t>Цель и задачи проекта</a:t>
            </a: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6" name="PlaceHolder 2"/>
          <p:cNvSpPr>
            <a:spLocks noGrp="1"/>
          </p:cNvSpPr>
          <p:nvPr>
            <p:ph/>
          </p:nvPr>
        </p:nvSpPr>
        <p:spPr>
          <a:xfrm>
            <a:off x="2160720" y="2672640"/>
            <a:ext cx="7198560" cy="127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ru-RU" sz="2000" b="0" u="none" strike="noStrike" dirty="0">
                <a:solidFill>
                  <a:schemeClr val="lt1"/>
                </a:solidFill>
                <a:uFillTx/>
                <a:latin typeface="Calibri"/>
                <a:ea typeface="DejaVu Sans"/>
              </a:rPr>
              <a:t>Задачи:</a:t>
            </a:r>
            <a:endParaRPr lang="ru-RU" sz="20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ru-RU" sz="2000" b="0" u="none" strike="noStrike" dirty="0">
                <a:solidFill>
                  <a:schemeClr val="lt1"/>
                </a:solidFill>
                <a:uFillTx/>
                <a:latin typeface="Calibri"/>
                <a:ea typeface="DejaVu Sans"/>
              </a:rPr>
              <a:t>4. </a:t>
            </a:r>
            <a:r>
              <a:rPr lang="ru-RU" sz="2000" b="0" u="none" strike="noStrike" dirty="0">
                <a:solidFill>
                  <a:schemeClr val="lt1"/>
                </a:solidFill>
                <a:uFillTx/>
                <a:latin typeface="Arial"/>
                <a:ea typeface="DejaVu Sans"/>
              </a:rPr>
              <a:t>Объединить все компоненты в единую систему</a:t>
            </a:r>
            <a:endParaRPr lang="ru-RU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7" name="TextBox 6"/>
          <p:cNvSpPr/>
          <p:nvPr/>
        </p:nvSpPr>
        <p:spPr>
          <a:xfrm>
            <a:off x="2160720" y="1103760"/>
            <a:ext cx="7869600" cy="176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Цель: </a:t>
            </a: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Повышение эффективности и производительности сельскохозяйственных </a:t>
            </a:r>
            <a:r>
              <a:rPr lang="ru-RU" sz="20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предприятий</a:t>
            </a:r>
            <a:r>
              <a:rPr lang="ru-RU" sz="18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rPr>
              <a:t> путём автоматизации мониторинга и обработки полей с использованием нейронной сети и автономной техники. </a:t>
            </a: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68" name="Группа 4"/>
          <p:cNvGrpSpPr/>
          <p:nvPr/>
        </p:nvGrpSpPr>
        <p:grpSpPr>
          <a:xfrm>
            <a:off x="9450000" y="2742480"/>
            <a:ext cx="1856520" cy="1887120"/>
            <a:chOff x="9450000" y="2742480"/>
            <a:chExt cx="1856520" cy="1887120"/>
          </a:xfrm>
        </p:grpSpPr>
        <p:pic>
          <p:nvPicPr>
            <p:cNvPr id="469" name="Рисунок 4"/>
            <p:cNvPicPr/>
            <p:nvPr/>
          </p:nvPicPr>
          <p:blipFill>
            <a:blip r:embed="rId2"/>
            <a:stretch/>
          </p:blipFill>
          <p:spPr>
            <a:xfrm>
              <a:off x="9450000" y="2742480"/>
              <a:ext cx="1856520" cy="1780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70" name="Прямоугольник 16"/>
            <p:cNvSpPr/>
            <p:nvPr/>
          </p:nvSpPr>
          <p:spPr>
            <a:xfrm>
              <a:off x="10734840" y="4254840"/>
              <a:ext cx="571680" cy="374760"/>
            </a:xfrm>
            <a:prstGeom prst="rect">
              <a:avLst/>
            </a:prstGeom>
            <a:solidFill>
              <a:srgbClr val="E7E6E6"/>
            </a:solidFill>
            <a:ln w="12600">
              <a:solidFill>
                <a:srgbClr val="E7E6E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uFillTx/>
                <a:latin typeface="Calibri"/>
                <a:ea typeface="DejaVu Sans"/>
              </a:endParaRPr>
            </a:p>
          </p:txBody>
        </p:sp>
      </p:grpSp>
      <p:sp>
        <p:nvSpPr>
          <p:cNvPr id="471" name="Прямоугольник 17"/>
          <p:cNvSpPr/>
          <p:nvPr/>
        </p:nvSpPr>
        <p:spPr>
          <a:xfrm>
            <a:off x="9450000" y="2473920"/>
            <a:ext cx="1026000" cy="2147040"/>
          </a:xfrm>
          <a:prstGeom prst="rect">
            <a:avLst/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72" name="Знак умножения 4"/>
          <p:cNvSpPr/>
          <p:nvPr/>
        </p:nvSpPr>
        <p:spPr>
          <a:xfrm rot="98400">
            <a:off x="9328680" y="-101880"/>
            <a:ext cx="2331720" cy="1511640"/>
          </a:xfrm>
          <a:prstGeom prst="mathMultiply">
            <a:avLst>
              <a:gd name="adj1" fmla="val 23520"/>
            </a:avLst>
          </a:prstGeom>
          <a:solidFill>
            <a:srgbClr val="E7E6E6"/>
          </a:solidFill>
          <a:ln w="12600">
            <a:solidFill>
              <a:srgbClr val="E7E6E6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pic>
        <p:nvPicPr>
          <p:cNvPr id="473" name="Рисунок 385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160000" y="4218120"/>
            <a:ext cx="3959280" cy="263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4" name="Рисунок 386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435000" y="4294440"/>
            <a:ext cx="3848040" cy="2562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 additive="repl">
                                        <p:cTn id="7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 additive="repl">
                                        <p:cTn id="11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" dur="500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 additive="repl">
                                        <p:cTn id="16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 additive="repl">
                                        <p:cTn id="20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Прямоугольник: скругленные углы 19"/>
          <p:cNvSpPr/>
          <p:nvPr/>
        </p:nvSpPr>
        <p:spPr>
          <a:xfrm>
            <a:off x="2060640" y="1367280"/>
            <a:ext cx="1826640" cy="141768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76" name="Прямоугольник: скругленные углы 5"/>
          <p:cNvSpPr/>
          <p:nvPr/>
        </p:nvSpPr>
        <p:spPr>
          <a:xfrm>
            <a:off x="2315160" y="2370240"/>
            <a:ext cx="5367960" cy="96192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chemeClr val="lt1"/>
                </a:solidFill>
                <a:uFillTx/>
                <a:latin typeface="Arial"/>
                <a:ea typeface="DejaVu Sans"/>
              </a:rPr>
              <a:t>Аппаратная часть</a:t>
            </a:r>
            <a:r>
              <a:rPr lang="ru-RU" sz="2200" b="0" u="none" strike="noStrike">
                <a:solidFill>
                  <a:schemeClr val="lt1"/>
                </a:solidFill>
                <a:uFillTx/>
                <a:latin typeface="Arial"/>
                <a:ea typeface="DejaVu Sans"/>
              </a:rPr>
              <a:t> — дроны, датчики и автономная техника.</a:t>
            </a:r>
            <a:endParaRPr lang="ru-RU" sz="2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lt1"/>
                </a:solidFill>
                <a:uFillTx/>
                <a:latin typeface="Arial"/>
                <a:ea typeface="DejaVu Sans"/>
              </a:rPr>
              <a:t>Общая архитектура системы</a:t>
            </a: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8" name="Прямоугольник: скругленные противолежащие углы 8"/>
          <p:cNvSpPr/>
          <p:nvPr/>
        </p:nvSpPr>
        <p:spPr>
          <a:xfrm>
            <a:off x="2315160" y="3481560"/>
            <a:ext cx="5367960" cy="92052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5A8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ru-RU" sz="2000" b="0" u="none" strike="noStrike" dirty="0">
                <a:solidFill>
                  <a:schemeClr val="lt1"/>
                </a:solidFill>
                <a:uFillTx/>
                <a:latin typeface="Arial"/>
                <a:ea typeface="DejaVu Sans"/>
              </a:rPr>
              <a:t>В рамках проекта они рассматриваются на концептуальном уровне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9" name="TextBox 10"/>
          <p:cNvSpPr/>
          <p:nvPr/>
        </p:nvSpPr>
        <p:spPr>
          <a:xfrm>
            <a:off x="2188080" y="1298160"/>
            <a:ext cx="6920640" cy="69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chemeClr val="lt1"/>
                </a:solidFill>
                <a:uFillTx/>
                <a:latin typeface="Calibri"/>
                <a:ea typeface="Calibri"/>
              </a:rPr>
              <a:t>Система состоит из трёх основных частей: аппаратной, программной и организационной части</a:t>
            </a:r>
            <a:endParaRPr lang="ru-RU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80" name="Picture 2" descr="Picture background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8397360" y="1367280"/>
            <a:ext cx="3824640" cy="224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1" name="Picture 4" descr="Picture background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8499960" y="3957480"/>
            <a:ext cx="3512160" cy="234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2" name="Picture 6" descr="Picture background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9360" y="4589640"/>
            <a:ext cx="3776040" cy="2143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E1311D-5633-8FD0-0699-447C3DF8482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821" y="193383"/>
            <a:ext cx="11265080" cy="64712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Прямоугольник: скругленные углы 19"/>
          <p:cNvSpPr/>
          <p:nvPr/>
        </p:nvSpPr>
        <p:spPr>
          <a:xfrm>
            <a:off x="2060640" y="1367280"/>
            <a:ext cx="1826640" cy="141768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85" name="Прямоугольник: скругленные углы 5"/>
          <p:cNvSpPr/>
          <p:nvPr/>
        </p:nvSpPr>
        <p:spPr>
          <a:xfrm>
            <a:off x="2241720" y="1665000"/>
            <a:ext cx="5883480" cy="102744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ru-RU" sz="2000" b="1" u="none" strike="noStrike" dirty="0">
                <a:solidFill>
                  <a:schemeClr val="lt1"/>
                </a:solidFill>
                <a:uFillTx/>
                <a:latin typeface="Arial"/>
                <a:ea typeface="DejaVu Sans"/>
              </a:rPr>
              <a:t>Программная часть</a:t>
            </a:r>
            <a:r>
              <a:rPr lang="ru-RU" sz="2000" b="0" u="none" strike="noStrike" dirty="0">
                <a:solidFill>
                  <a:schemeClr val="lt1"/>
                </a:solidFill>
                <a:uFillTx/>
                <a:latin typeface="Arial"/>
                <a:ea typeface="DejaVu Sans"/>
              </a:rPr>
              <a:t> — нейросеть и алгоритм маршрутизации. 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lt1"/>
                </a:solidFill>
                <a:uFillTx/>
                <a:latin typeface="Arial"/>
                <a:ea typeface="DejaVu Sans"/>
              </a:rPr>
              <a:t>Общая архитектура системы</a:t>
            </a: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7" name="Прямоугольник: скругленные противолежащие углы 8"/>
          <p:cNvSpPr/>
          <p:nvPr/>
        </p:nvSpPr>
        <p:spPr>
          <a:xfrm>
            <a:off x="2241720" y="2805840"/>
            <a:ext cx="5367960" cy="92052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5A8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ru-RU" sz="2000" b="0" u="none" strike="noStrike" dirty="0">
                <a:solidFill>
                  <a:schemeClr val="lt1"/>
                </a:solidFill>
                <a:uFillTx/>
                <a:latin typeface="Arial"/>
                <a:ea typeface="DejaVu Sans"/>
              </a:rPr>
              <a:t>Нейросеть анализирует состояние поля, а маршрутизатор управляет трактором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88" name="Рисунок 6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731680" y="4086720"/>
            <a:ext cx="4388400" cy="246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9" name="Picture 4" descr="Picture background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7438707" y="4086720"/>
            <a:ext cx="4215240" cy="2370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Прямоугольник: скругленные углы 19"/>
          <p:cNvSpPr/>
          <p:nvPr/>
        </p:nvSpPr>
        <p:spPr>
          <a:xfrm>
            <a:off x="2060640" y="1367280"/>
            <a:ext cx="1826640" cy="141768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91" name="Прямоугольник: скругленные углы 5"/>
          <p:cNvSpPr/>
          <p:nvPr/>
        </p:nvSpPr>
        <p:spPr>
          <a:xfrm>
            <a:off x="2203200" y="1658880"/>
            <a:ext cx="6035760" cy="158148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ru-RU" sz="2000" b="1" u="none" strike="noStrike">
                <a:solidFill>
                  <a:schemeClr val="lt1"/>
                </a:solidFill>
                <a:uFillTx/>
                <a:latin typeface="Arial"/>
                <a:ea typeface="DejaVu Sans"/>
              </a:rPr>
              <a:t>Организационная часть</a:t>
            </a:r>
            <a:r>
              <a:rPr lang="ru-RU" sz="2000" b="0" u="none" strike="noStrike">
                <a:solidFill>
                  <a:schemeClr val="lt1"/>
                </a:solidFill>
                <a:uFillTx/>
                <a:latin typeface="Arial"/>
                <a:ea typeface="DejaVu Sans"/>
              </a:rPr>
              <a:t> — логика взаимодействия модулей, правила принятия решений и последовательность выполнения операций.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lt1"/>
                </a:solidFill>
                <a:uFillTx/>
                <a:latin typeface="Arial"/>
                <a:ea typeface="DejaVu Sans"/>
              </a:rPr>
              <a:t>Общая архитектура системы</a:t>
            </a: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93" name="Picture 2" descr="Picture background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203200" y="3998520"/>
            <a:ext cx="6517080" cy="200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4" name="AutoShape 4"/>
          <p:cNvSpPr/>
          <p:nvPr/>
        </p:nvSpPr>
        <p:spPr>
          <a:xfrm>
            <a:off x="5943600" y="32767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uFillTx/>
              <a:latin typeface="Arial"/>
              <a:ea typeface="DejaVu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title"/>
          </p:nvPr>
        </p:nvSpPr>
        <p:spPr>
          <a:xfrm>
            <a:off x="2135160" y="0"/>
            <a:ext cx="8013960" cy="11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lt1"/>
                </a:solidFill>
                <a:uFillTx/>
                <a:latin typeface="Arial"/>
                <a:ea typeface="DejaVu Sans"/>
              </a:rPr>
              <a:t>Нейросеть и данные</a:t>
            </a: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6" name="PlaceHolder 2"/>
          <p:cNvSpPr>
            <a:spLocks noGrp="1"/>
          </p:cNvSpPr>
          <p:nvPr>
            <p:ph/>
          </p:nvPr>
        </p:nvSpPr>
        <p:spPr>
          <a:xfrm>
            <a:off x="2480400" y="1076760"/>
            <a:ext cx="8013960" cy="100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sng" strike="noStrike" dirty="0">
                <a:solidFill>
                  <a:schemeClr val="lt1"/>
                </a:solidFill>
                <a:uFillTx/>
                <a:latin typeface="Arial"/>
                <a:ea typeface="DejaVu Sans"/>
              </a:rPr>
              <a:t>На вход нейросети подаются параметры каждой ячейки поля: </a:t>
            </a:r>
            <a:endParaRPr lang="ru-RU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ru-RU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7" name="Прямоугольник: скругленные углы 3"/>
          <p:cNvSpPr/>
          <p:nvPr/>
        </p:nvSpPr>
        <p:spPr>
          <a:xfrm>
            <a:off x="2480400" y="2245320"/>
            <a:ext cx="3255480" cy="675000"/>
          </a:xfrm>
          <a:prstGeom prst="roundRect">
            <a:avLst>
              <a:gd name="adj" fmla="val 16667"/>
            </a:avLst>
          </a:prstGeom>
          <a:solidFill>
            <a:srgbClr val="1264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ru-RU" sz="2000" dirty="0">
                <a:solidFill>
                  <a:schemeClr val="lt1"/>
                </a:solidFill>
              </a:rPr>
              <a:t>— </a:t>
            </a:r>
            <a:r>
              <a:rPr lang="ru-RU" sz="2000" b="0" u="none" strike="noStrike" dirty="0">
                <a:solidFill>
                  <a:schemeClr val="lt1"/>
                </a:solidFill>
                <a:uFillTx/>
                <a:latin typeface="Arial"/>
                <a:ea typeface="DejaVu Sans"/>
              </a:rPr>
              <a:t>Влажность почвы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8" name="Прямоугольник: скругленные углы 4"/>
          <p:cNvSpPr/>
          <p:nvPr/>
        </p:nvSpPr>
        <p:spPr>
          <a:xfrm>
            <a:off x="2480400" y="2997360"/>
            <a:ext cx="3255480" cy="675000"/>
          </a:xfrm>
          <a:prstGeom prst="roundRect">
            <a:avLst>
              <a:gd name="adj" fmla="val 16667"/>
            </a:avLst>
          </a:prstGeom>
          <a:solidFill>
            <a:srgbClr val="1264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ru-RU" sz="2000" dirty="0">
                <a:solidFill>
                  <a:schemeClr val="lt1"/>
                </a:solidFill>
              </a:rPr>
              <a:t>— </a:t>
            </a:r>
            <a:r>
              <a:rPr lang="ru-RU" sz="2000" b="0" u="none" strike="noStrike" dirty="0">
                <a:solidFill>
                  <a:schemeClr val="lt1"/>
                </a:solidFill>
                <a:uFillTx/>
                <a:latin typeface="Arial"/>
                <a:ea typeface="DejaVu Sans"/>
              </a:rPr>
              <a:t>Температура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9" name="Прямоугольник: скругленные углы 5"/>
          <p:cNvSpPr/>
          <p:nvPr/>
        </p:nvSpPr>
        <p:spPr>
          <a:xfrm>
            <a:off x="2480400" y="3739320"/>
            <a:ext cx="4458240" cy="675000"/>
          </a:xfrm>
          <a:prstGeom prst="roundRect">
            <a:avLst>
              <a:gd name="adj" fmla="val 16667"/>
            </a:avLst>
          </a:prstGeom>
          <a:solidFill>
            <a:srgbClr val="1264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ru-RU" sz="2000" dirty="0">
                <a:solidFill>
                  <a:schemeClr val="lt1"/>
                </a:solidFill>
              </a:rPr>
              <a:t>— Количество осадков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00" name="Прямоугольник: скругленные углы 6"/>
          <p:cNvSpPr/>
          <p:nvPr/>
        </p:nvSpPr>
        <p:spPr>
          <a:xfrm>
            <a:off x="2480400" y="4481280"/>
            <a:ext cx="4458240" cy="675000"/>
          </a:xfrm>
          <a:prstGeom prst="roundRect">
            <a:avLst>
              <a:gd name="adj" fmla="val 16667"/>
            </a:avLst>
          </a:prstGeom>
          <a:solidFill>
            <a:srgbClr val="1264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ru-RU" sz="2000" dirty="0">
                <a:solidFill>
                  <a:schemeClr val="lt1"/>
                </a:solidFill>
              </a:rPr>
              <a:t>— Индекс листовой массы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502" name="Picture 2" descr="Picture background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487920" y="1591560"/>
            <a:ext cx="2087280" cy="208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3" name="Picture 4" descr="Picture background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8988840" y="1528560"/>
            <a:ext cx="2320920" cy="232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4" name="Picture 6" descr="Picture background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7306920" y="3996000"/>
            <a:ext cx="4139640" cy="2320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title"/>
          </p:nvPr>
        </p:nvSpPr>
        <p:spPr>
          <a:xfrm>
            <a:off x="2135160" y="0"/>
            <a:ext cx="8013960" cy="11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lt1"/>
                </a:solidFill>
                <a:uFillTx/>
                <a:latin typeface="Arial"/>
                <a:ea typeface="DejaVu Sans"/>
              </a:rPr>
              <a:t>Нейросеть и данные</a:t>
            </a: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6" name="PlaceHolder 2"/>
          <p:cNvSpPr>
            <a:spLocks noGrp="1"/>
          </p:cNvSpPr>
          <p:nvPr>
            <p:ph/>
          </p:nvPr>
        </p:nvSpPr>
        <p:spPr>
          <a:xfrm>
            <a:off x="2561760" y="964800"/>
            <a:ext cx="8013960" cy="100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800" b="0" u="sng" strike="noStrike" dirty="0">
                <a:solidFill>
                  <a:schemeClr val="lt1"/>
                </a:solidFill>
                <a:uFillTx/>
                <a:latin typeface="Arial"/>
                <a:ea typeface="DejaVu Sans"/>
              </a:rPr>
              <a:t>На выходе нейросеть определяет до четырёх действий:</a:t>
            </a:r>
            <a:endParaRPr lang="ru-RU" sz="2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7" name="Прямоугольник: скругленные углы 3"/>
          <p:cNvSpPr/>
          <p:nvPr/>
        </p:nvSpPr>
        <p:spPr>
          <a:xfrm>
            <a:off x="2480400" y="2245320"/>
            <a:ext cx="3255480" cy="675000"/>
          </a:xfrm>
          <a:prstGeom prst="roundRect">
            <a:avLst>
              <a:gd name="adj" fmla="val 16667"/>
            </a:avLst>
          </a:prstGeom>
          <a:solidFill>
            <a:srgbClr val="1264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ru-RU" sz="2000" b="0" u="none" strike="noStrike" dirty="0">
                <a:solidFill>
                  <a:schemeClr val="lt1"/>
                </a:solidFill>
                <a:uFillTx/>
                <a:latin typeface="Arial"/>
                <a:ea typeface="DejaVu Sans"/>
              </a:rPr>
              <a:t>— Полив растений</a:t>
            </a:r>
            <a:endParaRPr lang="ru-RU" sz="2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08" name="Прямоугольник: скругленные углы 4"/>
          <p:cNvSpPr/>
          <p:nvPr/>
        </p:nvSpPr>
        <p:spPr>
          <a:xfrm>
            <a:off x="2480400" y="3093840"/>
            <a:ext cx="3255480" cy="675000"/>
          </a:xfrm>
          <a:prstGeom prst="roundRect">
            <a:avLst>
              <a:gd name="adj" fmla="val 16667"/>
            </a:avLst>
          </a:prstGeom>
          <a:solidFill>
            <a:srgbClr val="1264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chemeClr val="lt1"/>
                </a:solidFill>
                <a:uFillTx/>
                <a:latin typeface="Arial"/>
                <a:ea typeface="DejaVu Sans"/>
              </a:rPr>
              <a:t>— Удобрение растений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09" name="Прямоугольник: скругленные углы 5"/>
          <p:cNvSpPr/>
          <p:nvPr/>
        </p:nvSpPr>
        <p:spPr>
          <a:xfrm>
            <a:off x="2480400" y="3936960"/>
            <a:ext cx="3543840" cy="675000"/>
          </a:xfrm>
          <a:prstGeom prst="roundRect">
            <a:avLst>
              <a:gd name="adj" fmla="val 16667"/>
            </a:avLst>
          </a:prstGeom>
          <a:solidFill>
            <a:srgbClr val="1264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chemeClr val="lt1"/>
                </a:solidFill>
                <a:uFillTx/>
                <a:latin typeface="Arial"/>
                <a:ea typeface="DejaVu Sans"/>
              </a:rPr>
              <a:t>— Опрыскивание растений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10" name="Прямоугольник: скругленные углы 6"/>
          <p:cNvSpPr/>
          <p:nvPr/>
        </p:nvSpPr>
        <p:spPr>
          <a:xfrm>
            <a:off x="2480400" y="4780080"/>
            <a:ext cx="3543840" cy="675000"/>
          </a:xfrm>
          <a:prstGeom prst="roundRect">
            <a:avLst>
              <a:gd name="adj" fmla="val 16667"/>
            </a:avLst>
          </a:prstGeom>
          <a:solidFill>
            <a:srgbClr val="1264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chemeClr val="lt1"/>
                </a:solidFill>
                <a:uFillTx/>
                <a:latin typeface="Arial"/>
                <a:ea typeface="DejaVu Sans"/>
              </a:rPr>
              <a:t>— Культивация почвы</a:t>
            </a:r>
            <a:endParaRPr lang="ru-RU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11" name="AutoShape 2"/>
          <p:cNvSpPr/>
          <p:nvPr/>
        </p:nvSpPr>
        <p:spPr>
          <a:xfrm>
            <a:off x="5943600" y="32767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12" name="Picture 6" descr="Picture background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940080" y="1569960"/>
            <a:ext cx="3063960" cy="236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3" name="AutoShape 8"/>
          <p:cNvSpPr/>
          <p:nvPr/>
        </p:nvSpPr>
        <p:spPr>
          <a:xfrm>
            <a:off x="6095880" y="342900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uFillTx/>
              <a:latin typeface="Arial"/>
              <a:ea typeface="DejaVu Sans"/>
            </a:endParaRPr>
          </a:p>
        </p:txBody>
      </p:sp>
      <p:sp>
        <p:nvSpPr>
          <p:cNvPr id="514" name="AutoShape 10"/>
          <p:cNvSpPr/>
          <p:nvPr/>
        </p:nvSpPr>
        <p:spPr>
          <a:xfrm>
            <a:off x="6248520" y="358128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15" name="Рисунок 16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392160" y="4003200"/>
            <a:ext cx="4159800" cy="277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B4403D-EC68-2CFF-2324-0B2E6BACC24B}"/>
              </a:ext>
            </a:extLst>
          </p:cNvPr>
          <p:cNvSpPr txBox="1"/>
          <p:nvPr/>
        </p:nvSpPr>
        <p:spPr>
          <a:xfrm>
            <a:off x="2387370" y="5602252"/>
            <a:ext cx="34796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Действия зависят не только от погоды, но еще от типа культур и региона.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Прямоугольник: скругленные углы 20"/>
          <p:cNvSpPr/>
          <p:nvPr/>
        </p:nvSpPr>
        <p:spPr>
          <a:xfrm>
            <a:off x="6435000" y="4330080"/>
            <a:ext cx="4041000" cy="253692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2100" b="0" u="none" strike="noStrike">
              <a:solidFill>
                <a:schemeClr val="lt1"/>
              </a:solidFill>
              <a:uFillTx/>
              <a:latin typeface="+mj-lt"/>
              <a:ea typeface="DejaVu Sans"/>
            </a:endParaRPr>
          </a:p>
        </p:txBody>
      </p:sp>
      <p:grpSp>
        <p:nvGrpSpPr>
          <p:cNvPr id="517" name="Группа 9"/>
          <p:cNvGrpSpPr/>
          <p:nvPr/>
        </p:nvGrpSpPr>
        <p:grpSpPr>
          <a:xfrm>
            <a:off x="504360" y="4071960"/>
            <a:ext cx="1856520" cy="1887120"/>
            <a:chOff x="504360" y="4071960"/>
            <a:chExt cx="1856520" cy="1887120"/>
          </a:xfrm>
        </p:grpSpPr>
        <p:pic>
          <p:nvPicPr>
            <p:cNvPr id="518" name="Рисунок 10"/>
            <p:cNvPicPr/>
            <p:nvPr/>
          </p:nvPicPr>
          <p:blipFill>
            <a:blip r:embed="rId2"/>
            <a:stretch/>
          </p:blipFill>
          <p:spPr>
            <a:xfrm>
              <a:off x="504360" y="4071960"/>
              <a:ext cx="1856520" cy="1780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19" name="Прямоугольник 11"/>
            <p:cNvSpPr/>
            <p:nvPr/>
          </p:nvSpPr>
          <p:spPr>
            <a:xfrm>
              <a:off x="1789200" y="5584320"/>
              <a:ext cx="571680" cy="374760"/>
            </a:xfrm>
            <a:prstGeom prst="rect">
              <a:avLst/>
            </a:prstGeom>
            <a:solidFill>
              <a:srgbClr val="E7E6E6"/>
            </a:solidFill>
            <a:ln w="12600">
              <a:solidFill>
                <a:srgbClr val="E7E6E6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ru-RU" sz="2100" b="0" u="none" strike="noStrike">
                <a:solidFill>
                  <a:schemeClr val="lt1"/>
                </a:solidFill>
                <a:uFillTx/>
                <a:latin typeface="+mj-lt"/>
                <a:ea typeface="DejaVu Sans"/>
              </a:endParaRPr>
            </a:p>
          </p:txBody>
        </p:sp>
      </p:grpSp>
      <p:sp>
        <p:nvSpPr>
          <p:cNvPr id="520" name="Прямоугольник 8"/>
          <p:cNvSpPr/>
          <p:nvPr/>
        </p:nvSpPr>
        <p:spPr>
          <a:xfrm>
            <a:off x="2053800" y="3794400"/>
            <a:ext cx="307080" cy="2656800"/>
          </a:xfrm>
          <a:prstGeom prst="rect">
            <a:avLst/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2100" b="0" u="none" strike="noStrike">
              <a:solidFill>
                <a:schemeClr val="lt1"/>
              </a:solidFill>
              <a:uFillTx/>
              <a:latin typeface="+mj-lt"/>
              <a:ea typeface="DejaVu Sans"/>
            </a:endParaRPr>
          </a:p>
        </p:txBody>
      </p:sp>
      <p:sp>
        <p:nvSpPr>
          <p:cNvPr id="521" name="Прямоугольник: скругленные углы 3"/>
          <p:cNvSpPr/>
          <p:nvPr/>
        </p:nvSpPr>
        <p:spPr>
          <a:xfrm>
            <a:off x="2053800" y="1367280"/>
            <a:ext cx="1833480" cy="141768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2100" b="0" u="none" strike="noStrike">
              <a:solidFill>
                <a:schemeClr val="lt1"/>
              </a:solidFill>
              <a:uFillTx/>
              <a:latin typeface="+mj-lt"/>
              <a:ea typeface="DejaVu Sans"/>
            </a:endParaRPr>
          </a:p>
        </p:txBody>
      </p:sp>
      <p:sp>
        <p:nvSpPr>
          <p:cNvPr id="522" name="PlaceHolder 1"/>
          <p:cNvSpPr>
            <a:spLocks noGrp="1"/>
          </p:cNvSpPr>
          <p:nvPr>
            <p:ph type="title"/>
          </p:nvPr>
        </p:nvSpPr>
        <p:spPr>
          <a:xfrm>
            <a:off x="2053800" y="24691"/>
            <a:ext cx="8013960" cy="109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ru-RU" sz="3200" dirty="0">
                <a:solidFill>
                  <a:schemeClr val="lt1"/>
                </a:solidFill>
              </a:rPr>
              <a:t>Т</a:t>
            </a:r>
            <a:r>
              <a:rPr lang="ru-RU" sz="3200" u="none" strike="noStrike" dirty="0">
                <a:solidFill>
                  <a:schemeClr val="lt1"/>
                </a:solidFill>
                <a:uFillTx/>
                <a:ea typeface="DejaVu Sans"/>
              </a:rPr>
              <a:t>ехнологии для разработки</a:t>
            </a:r>
            <a:endParaRPr lang="ru-RU" sz="3200" u="none" strike="noStrike" dirty="0">
              <a:solidFill>
                <a:srgbClr val="000000"/>
              </a:solidFill>
              <a:uFillTx/>
            </a:endParaRPr>
          </a:p>
        </p:txBody>
      </p:sp>
      <p:sp>
        <p:nvSpPr>
          <p:cNvPr id="524" name="AutoShape 2"/>
          <p:cNvSpPr/>
          <p:nvPr/>
        </p:nvSpPr>
        <p:spPr>
          <a:xfrm>
            <a:off x="5943600" y="32767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2100" b="0" u="none" strike="noStrike">
              <a:solidFill>
                <a:schemeClr val="dk1"/>
              </a:solidFill>
              <a:uFillTx/>
              <a:latin typeface="+mj-lt"/>
              <a:ea typeface="DejaVu Sans"/>
            </a:endParaRPr>
          </a:p>
        </p:txBody>
      </p:sp>
      <p:sp>
        <p:nvSpPr>
          <p:cNvPr id="525" name="AutoShape 4"/>
          <p:cNvSpPr/>
          <p:nvPr/>
        </p:nvSpPr>
        <p:spPr>
          <a:xfrm>
            <a:off x="6095880" y="3429000"/>
            <a:ext cx="2211480" cy="221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2100" b="0" u="none" strike="noStrike">
              <a:solidFill>
                <a:schemeClr val="dk1"/>
              </a:solidFill>
              <a:uFillTx/>
              <a:latin typeface="+mj-lt"/>
              <a:ea typeface="DejaVu Sans"/>
            </a:endParaRPr>
          </a:p>
        </p:txBody>
      </p:sp>
      <p:sp>
        <p:nvSpPr>
          <p:cNvPr id="526" name="AutoShape 6"/>
          <p:cNvSpPr/>
          <p:nvPr/>
        </p:nvSpPr>
        <p:spPr>
          <a:xfrm>
            <a:off x="6095880" y="342900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2100" b="0" u="none" strike="noStrike">
              <a:solidFill>
                <a:schemeClr val="dk1"/>
              </a:solidFill>
              <a:uFillTx/>
              <a:latin typeface="+mj-lt"/>
              <a:ea typeface="DejaVu Sans"/>
            </a:endParaRPr>
          </a:p>
        </p:txBody>
      </p:sp>
      <p:sp>
        <p:nvSpPr>
          <p:cNvPr id="527" name="AutoShape 8"/>
          <p:cNvSpPr/>
          <p:nvPr/>
        </p:nvSpPr>
        <p:spPr>
          <a:xfrm>
            <a:off x="6248520" y="358128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2100" b="0" u="none" strike="noStrike">
              <a:solidFill>
                <a:schemeClr val="dk1"/>
              </a:solidFill>
              <a:uFillTx/>
              <a:latin typeface="+mj-lt"/>
              <a:ea typeface="DejaVu Sans"/>
            </a:endParaRPr>
          </a:p>
        </p:txBody>
      </p:sp>
      <p:sp>
        <p:nvSpPr>
          <p:cNvPr id="528" name="AutoShape 14"/>
          <p:cNvSpPr/>
          <p:nvPr/>
        </p:nvSpPr>
        <p:spPr>
          <a:xfrm>
            <a:off x="6400800" y="37339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2100" b="0" u="none" strike="noStrike">
              <a:solidFill>
                <a:schemeClr val="dk1"/>
              </a:solidFill>
              <a:uFillTx/>
              <a:latin typeface="+mj-lt"/>
              <a:ea typeface="DejaVu Sans"/>
            </a:endParaRPr>
          </a:p>
        </p:txBody>
      </p:sp>
      <p:sp>
        <p:nvSpPr>
          <p:cNvPr id="529" name="AutoShape 16"/>
          <p:cNvSpPr/>
          <p:nvPr/>
        </p:nvSpPr>
        <p:spPr>
          <a:xfrm>
            <a:off x="6553080" y="388620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2100" b="0" u="none" strike="noStrike">
              <a:solidFill>
                <a:schemeClr val="dk1"/>
              </a:solidFill>
              <a:uFillTx/>
              <a:latin typeface="+mj-lt"/>
              <a:ea typeface="DejaVu Sans"/>
            </a:endParaRPr>
          </a:p>
        </p:txBody>
      </p:sp>
      <p:sp>
        <p:nvSpPr>
          <p:cNvPr id="531" name="AutoShape 24"/>
          <p:cNvSpPr/>
          <p:nvPr/>
        </p:nvSpPr>
        <p:spPr>
          <a:xfrm>
            <a:off x="6705720" y="403848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2100" b="0" u="none" strike="noStrike">
              <a:solidFill>
                <a:schemeClr val="dk1"/>
              </a:solidFill>
              <a:uFillTx/>
              <a:latin typeface="+mj-lt"/>
              <a:ea typeface="DejaVu Sans"/>
            </a:endParaRPr>
          </a:p>
        </p:txBody>
      </p:sp>
      <p:pic>
        <p:nvPicPr>
          <p:cNvPr id="532" name="Picture 28" descr="Picture background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7481340" y="2208600"/>
            <a:ext cx="2451960" cy="137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3" name="Рисунок 18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7481340" y="3727080"/>
            <a:ext cx="2451960" cy="137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E239032-0A55-A9E5-3FAB-CE458DDB097F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2126950" y="1115491"/>
            <a:ext cx="5073050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Python</a:t>
            </a:r>
            <a:r>
              <a:rPr kumimoji="0" lang="ru-RU" altLang="ru-RU" sz="2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— основной язык разработки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NumPy</a:t>
            </a:r>
            <a:r>
              <a:rPr kumimoji="0" lang="ru-RU" altLang="ru-RU" sz="2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— численные вычисления и работа с массивами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Pandas</a:t>
            </a:r>
            <a:r>
              <a:rPr kumimoji="0" lang="ru-RU" altLang="ru-RU" sz="2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— загрузка и обработка датасета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Scikit-learn</a:t>
            </a:r>
            <a:r>
              <a:rPr kumimoji="0" lang="ru-RU" altLang="ru-RU" sz="2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— нормализация данных и оценка качества моделей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TensorFlow</a:t>
            </a:r>
            <a:r>
              <a:rPr kumimoji="0" lang="ru-RU" altLang="ru-RU" sz="2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/ </a:t>
            </a:r>
            <a:r>
              <a:rPr kumimoji="0" lang="ru-RU" altLang="ru-RU" sz="2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Keras</a:t>
            </a:r>
            <a:r>
              <a:rPr kumimoji="0" lang="ru-RU" altLang="ru-RU" sz="2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— построение и обучение нейросетевых моделей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Matplotlib</a:t>
            </a:r>
            <a:r>
              <a:rPr kumimoji="0" lang="ru-RU" altLang="ru-RU" sz="2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— визуализация карт операций и маршрута трактора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Streamlit</a:t>
            </a:r>
            <a:r>
              <a:rPr kumimoji="0" lang="ru-RU" altLang="ru-RU" sz="2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— разработка интерактивного веб-интерфейса приложения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1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20">
            <a:extLst>
              <a:ext uri="{FF2B5EF4-FFF2-40B4-BE49-F238E27FC236}">
                <a16:creationId xmlns:a16="http://schemas.microsoft.com/office/drawing/2014/main" id="{C78BFACA-7F30-60A6-CB90-2575ABEB1806}"/>
              </a:ext>
            </a:extLst>
          </p:cNvPr>
          <p:cNvSpPr/>
          <p:nvPr/>
        </p:nvSpPr>
        <p:spPr>
          <a:xfrm>
            <a:off x="0" y="0"/>
            <a:ext cx="4064258" cy="6851650"/>
          </a:xfrm>
          <a:prstGeom prst="roundRect">
            <a:avLst>
              <a:gd name="adj" fmla="val 0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5" name="Прямоугольник: скругленные углы 20">
            <a:extLst>
              <a:ext uri="{FF2B5EF4-FFF2-40B4-BE49-F238E27FC236}">
                <a16:creationId xmlns:a16="http://schemas.microsoft.com/office/drawing/2014/main" id="{A09C8302-26FC-9312-A818-DAE70377FD03}"/>
              </a:ext>
            </a:extLst>
          </p:cNvPr>
          <p:cNvSpPr/>
          <p:nvPr/>
        </p:nvSpPr>
        <p:spPr>
          <a:xfrm>
            <a:off x="6435000" y="4330080"/>
            <a:ext cx="4041000" cy="253692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 dirty="0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06DDA-F5CA-C313-A035-3567778A5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2" y="-63500"/>
            <a:ext cx="8013960" cy="1174880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Практическая часть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3843AA-7358-0D68-7909-9735C9F6A241}"/>
              </a:ext>
            </a:extLst>
          </p:cNvPr>
          <p:cNvSpPr txBox="1"/>
          <p:nvPr/>
        </p:nvSpPr>
        <p:spPr>
          <a:xfrm>
            <a:off x="0" y="1019730"/>
            <a:ext cx="45193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100" dirty="0">
                <a:solidFill>
                  <a:schemeClr val="bg1"/>
                </a:solidFill>
              </a:rPr>
              <a:t>Реализовано веб-приложение, позволяющее пользователю задавать параметры поля, регион и культуру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328F23-4B2B-5277-6BCE-707DA20B517E}"/>
              </a:ext>
            </a:extLst>
          </p:cNvPr>
          <p:cNvSpPr txBox="1"/>
          <p:nvPr/>
        </p:nvSpPr>
        <p:spPr>
          <a:xfrm>
            <a:off x="5130436" y="1019729"/>
            <a:ext cx="477258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100" dirty="0">
                <a:solidFill>
                  <a:schemeClr val="bg1"/>
                </a:solidFill>
              </a:rPr>
              <a:t>На основе климатических данных и выбранной культуры нейросетевая модель вычисляет набор операций для каждой ячейки поля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E69523-B6A0-FE30-7E30-4888D468353C}"/>
              </a:ext>
            </a:extLst>
          </p:cNvPr>
          <p:cNvSpPr txBox="1"/>
          <p:nvPr/>
        </p:nvSpPr>
        <p:spPr>
          <a:xfrm>
            <a:off x="0" y="3244281"/>
            <a:ext cx="2803972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100" dirty="0">
                <a:solidFill>
                  <a:schemeClr val="bg1"/>
                </a:solidFill>
              </a:rPr>
              <a:t>После нажатия кнопки «Сгенерировать» система автоматически формирует модель поля</a:t>
            </a:r>
          </a:p>
        </p:txBody>
      </p:sp>
      <p:pic>
        <p:nvPicPr>
          <p:cNvPr id="10" name="Рисунок 9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4285872-0445-FFCD-8D15-CE8A7D112B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1090" y="2436475"/>
            <a:ext cx="7855808" cy="443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220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20">
            <a:extLst>
              <a:ext uri="{FF2B5EF4-FFF2-40B4-BE49-F238E27FC236}">
                <a16:creationId xmlns:a16="http://schemas.microsoft.com/office/drawing/2014/main" id="{6115F594-CE59-AF68-4235-CF3D7C4736B1}"/>
              </a:ext>
            </a:extLst>
          </p:cNvPr>
          <p:cNvSpPr/>
          <p:nvPr/>
        </p:nvSpPr>
        <p:spPr>
          <a:xfrm>
            <a:off x="6435000" y="4330080"/>
            <a:ext cx="4041000" cy="253692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5" name="Прямоугольник: скругленные углы 20">
            <a:extLst>
              <a:ext uri="{FF2B5EF4-FFF2-40B4-BE49-F238E27FC236}">
                <a16:creationId xmlns:a16="http://schemas.microsoft.com/office/drawing/2014/main" id="{F5DF43E3-810C-6008-9609-4E410247845E}"/>
              </a:ext>
            </a:extLst>
          </p:cNvPr>
          <p:cNvSpPr/>
          <p:nvPr/>
        </p:nvSpPr>
        <p:spPr>
          <a:xfrm>
            <a:off x="0" y="0"/>
            <a:ext cx="4041000" cy="6851650"/>
          </a:xfrm>
          <a:prstGeom prst="roundRect">
            <a:avLst>
              <a:gd name="adj" fmla="val 0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 dirty="0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C7EA8D-2164-B981-C753-9AB8E0D8C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2" y="-200460"/>
            <a:ext cx="8013960" cy="1378080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Практическая часть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C4FD4FCC-8E76-A0EF-ECC6-3AB48495043F}"/>
              </a:ext>
            </a:extLst>
          </p:cNvPr>
          <p:cNvSpPr txBox="1">
            <a:spLocks/>
          </p:cNvSpPr>
          <p:nvPr/>
        </p:nvSpPr>
        <p:spPr>
          <a:xfrm>
            <a:off x="137042" y="1640852"/>
            <a:ext cx="3384288" cy="13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100" dirty="0">
                <a:solidFill>
                  <a:schemeClr val="bg1"/>
                </a:solidFill>
              </a:rPr>
              <a:t>Результаты работы модели визуализируются в виде наглядных карт обработки поля</a:t>
            </a:r>
          </a:p>
        </p:txBody>
      </p:sp>
      <p:pic>
        <p:nvPicPr>
          <p:cNvPr id="17" name="Рисунок 16" descr="Изображение выглядит как шаблон, снимок экрана, Красочность, желт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81EC313-1E06-E1E5-3ECD-5089CDFBF8F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4022" y="1177620"/>
            <a:ext cx="6287326" cy="522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645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20">
            <a:extLst>
              <a:ext uri="{FF2B5EF4-FFF2-40B4-BE49-F238E27FC236}">
                <a16:creationId xmlns:a16="http://schemas.microsoft.com/office/drawing/2014/main" id="{CA2F60C8-1C85-47CB-1558-0DFE113992F9}"/>
              </a:ext>
            </a:extLst>
          </p:cNvPr>
          <p:cNvSpPr/>
          <p:nvPr/>
        </p:nvSpPr>
        <p:spPr>
          <a:xfrm>
            <a:off x="6392797" y="4321080"/>
            <a:ext cx="4041000" cy="253692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4" name="Прямоугольник: скругленные углы 20">
            <a:extLst>
              <a:ext uri="{FF2B5EF4-FFF2-40B4-BE49-F238E27FC236}">
                <a16:creationId xmlns:a16="http://schemas.microsoft.com/office/drawing/2014/main" id="{2CA15545-AC0C-BB10-FE10-A80D5CCED20B}"/>
              </a:ext>
            </a:extLst>
          </p:cNvPr>
          <p:cNvSpPr/>
          <p:nvPr/>
        </p:nvSpPr>
        <p:spPr>
          <a:xfrm>
            <a:off x="0" y="0"/>
            <a:ext cx="4041000" cy="6851650"/>
          </a:xfrm>
          <a:prstGeom prst="roundRect">
            <a:avLst>
              <a:gd name="adj" fmla="val 0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F690560-E122-2E89-DBAB-76DA8B9DC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150" y="-206375"/>
            <a:ext cx="8013700" cy="1377950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Практическая часть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BB6556-42A7-0D77-0654-701FD94A7D8E}"/>
              </a:ext>
            </a:extLst>
          </p:cNvPr>
          <p:cNvSpPr txBox="1"/>
          <p:nvPr/>
        </p:nvSpPr>
        <p:spPr>
          <a:xfrm>
            <a:off x="351692" y="5644041"/>
            <a:ext cx="69213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Строится маршрут трактора для последовательной обработки всего поля, с анимацией</a:t>
            </a:r>
            <a:endParaRPr lang="ru-RU" sz="2100" dirty="0">
              <a:solidFill>
                <a:schemeClr val="bg1"/>
              </a:solidFill>
            </a:endParaRPr>
          </a:p>
        </p:txBody>
      </p:sp>
      <p:pic>
        <p:nvPicPr>
          <p:cNvPr id="3" name="Рисунок 2" descr="Изображение выглядит как снимок экрана, шаблон, прямоугольный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1DE2233-8548-8975-FB08-9341AB0FF97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150" y="957900"/>
            <a:ext cx="8888560" cy="458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801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2A5428-E738-515A-BAF2-015F00DBB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720" y="78652"/>
            <a:ext cx="8013960" cy="1378080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Модель карты действий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304DF0-F3F2-AE8D-3C07-2FA19A5DA36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403084" y="1903614"/>
            <a:ext cx="6927105" cy="3050771"/>
          </a:xfrm>
        </p:spPr>
        <p:txBody>
          <a:bodyPr>
            <a:normAutofit/>
          </a:bodyPr>
          <a:lstStyle/>
          <a:p>
            <a:r>
              <a:rPr lang="ru-RU" sz="2100" dirty="0">
                <a:solidFill>
                  <a:schemeClr val="bg1"/>
                </a:solidFill>
              </a:rPr>
              <a:t>Первая нейросетевая модель анализирует климатические данные для каждого участка поля и определяет, какие сельскохозяйственные операции необходимо выполнить: полив, удобрение, опрыскивание или культивацию. Модель обучена на синтетических данных, сформированных на основе региональных климатических показателей и экспертных правил.</a:t>
            </a:r>
          </a:p>
        </p:txBody>
      </p:sp>
    </p:spTree>
    <p:extLst>
      <p:ext uri="{BB962C8B-B14F-4D97-AF65-F5344CB8AC3E}">
        <p14:creationId xmlns:p14="http://schemas.microsoft.com/office/powerpoint/2010/main" val="3137087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Прямоугольник: скругленные углы 20"/>
          <p:cNvSpPr/>
          <p:nvPr/>
        </p:nvSpPr>
        <p:spPr>
          <a:xfrm>
            <a:off x="6435000" y="4330080"/>
            <a:ext cx="4041000" cy="253692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542" name="Прямоугольник: скругленные углы 3"/>
          <p:cNvSpPr/>
          <p:nvPr/>
        </p:nvSpPr>
        <p:spPr>
          <a:xfrm>
            <a:off x="2053800" y="1367280"/>
            <a:ext cx="1833480" cy="141768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543" name="PlaceHolder 1"/>
          <p:cNvSpPr>
            <a:spLocks noGrp="1"/>
          </p:cNvSpPr>
          <p:nvPr>
            <p:ph type="title"/>
          </p:nvPr>
        </p:nvSpPr>
        <p:spPr>
          <a:xfrm>
            <a:off x="2160000" y="6120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0" u="none" strike="noStrike" dirty="0">
                <a:solidFill>
                  <a:schemeClr val="lt1"/>
                </a:solidFill>
                <a:uFillTx/>
                <a:latin typeface="Arial"/>
                <a:ea typeface="DejaVu Sans"/>
              </a:rPr>
              <a:t>Маршрутизация автономного трактора</a:t>
            </a:r>
            <a:endParaRPr lang="ru-RU" sz="36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4" name="PlaceHolder 2"/>
          <p:cNvSpPr>
            <a:spLocks noGrp="1"/>
          </p:cNvSpPr>
          <p:nvPr>
            <p:ph/>
          </p:nvPr>
        </p:nvSpPr>
        <p:spPr>
          <a:xfrm>
            <a:off x="2218168" y="1384020"/>
            <a:ext cx="8013960" cy="159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2000" dirty="0">
                <a:solidFill>
                  <a:schemeClr val="bg1"/>
                </a:solidFill>
              </a:rPr>
              <a:t>Нейросеть умного трактора обучается управлению движением и порядком выполнения операций, исходя из карты действий поля. </a:t>
            </a:r>
            <a:endParaRPr lang="en-GB" sz="20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GB" sz="20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2000" dirty="0">
                <a:solidFill>
                  <a:schemeClr val="bg1"/>
                </a:solidFill>
                <a:cs typeface="Times New Roman" panose="02020603050405020304" pitchFamily="18" charset="0"/>
              </a:rPr>
              <a:t>Она выявляет оптимальные стратегии перемещения, минимизируя лишние проходы и обеспечивая эффективную обработку поля.</a:t>
            </a:r>
          </a:p>
        </p:txBody>
      </p:sp>
      <p:sp>
        <p:nvSpPr>
          <p:cNvPr id="545" name="TextBox 4"/>
          <p:cNvSpPr/>
          <p:nvPr/>
        </p:nvSpPr>
        <p:spPr>
          <a:xfrm>
            <a:off x="5095620" y="3388050"/>
            <a:ext cx="2142720" cy="43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6480" indent="-6480" defTabSz="914400">
              <a:lnSpc>
                <a:spcPct val="112000"/>
              </a:lnSpc>
              <a:spcAft>
                <a:spcPts val="60"/>
              </a:spcAft>
              <a:tabLst>
                <a:tab pos="0" algn="l"/>
              </a:tabLst>
            </a:pPr>
            <a:r>
              <a:rPr lang="ru-RU" sz="2000" b="0" u="sng" strike="noStrike" dirty="0">
                <a:solidFill>
                  <a:schemeClr val="lt1"/>
                </a:solidFill>
                <a:uFillTx/>
                <a:latin typeface="Arial"/>
                <a:ea typeface="Calibri"/>
              </a:rPr>
              <a:t>Это позволяет:</a:t>
            </a:r>
            <a:endParaRPr lang="ru-RU" sz="20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6" name="Прямоугольник: скругленные углы 6"/>
          <p:cNvSpPr/>
          <p:nvPr/>
        </p:nvSpPr>
        <p:spPr>
          <a:xfrm>
            <a:off x="2499030" y="4057020"/>
            <a:ext cx="2417400" cy="653400"/>
          </a:xfrm>
          <a:prstGeom prst="roundRect">
            <a:avLst>
              <a:gd name="adj" fmla="val 16667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800" b="0" u="none" strike="noStrike" dirty="0">
                <a:solidFill>
                  <a:schemeClr val="lt1"/>
                </a:solidFill>
                <a:uFillTx/>
                <a:latin typeface="Arial"/>
                <a:ea typeface="DejaVu Sans"/>
              </a:rPr>
              <a:t>сократить путь движения техники</a:t>
            </a:r>
            <a:endParaRPr lang="ru-RU" sz="18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7" name="Прямоугольник: скругленные углы 7"/>
          <p:cNvSpPr/>
          <p:nvPr/>
        </p:nvSpPr>
        <p:spPr>
          <a:xfrm>
            <a:off x="5135760" y="4057020"/>
            <a:ext cx="1919520" cy="653400"/>
          </a:xfrm>
          <a:prstGeom prst="roundRect">
            <a:avLst>
              <a:gd name="adj" fmla="val 16667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800" b="0" u="none" strike="noStrike" dirty="0">
                <a:solidFill>
                  <a:schemeClr val="lt1"/>
                </a:solidFill>
                <a:uFillTx/>
                <a:latin typeface="Arial"/>
                <a:ea typeface="DejaVu Sans"/>
              </a:rPr>
              <a:t>снизить расход топлива</a:t>
            </a:r>
            <a:endParaRPr lang="ru-RU" sz="18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8" name="Прямоугольник: скругленные углы 10"/>
          <p:cNvSpPr/>
          <p:nvPr/>
        </p:nvSpPr>
        <p:spPr>
          <a:xfrm>
            <a:off x="7271280" y="4066200"/>
            <a:ext cx="2470680" cy="653400"/>
          </a:xfrm>
          <a:prstGeom prst="roundRect">
            <a:avLst>
              <a:gd name="adj" fmla="val 16667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800" b="0" u="none" strike="noStrike" dirty="0">
                <a:solidFill>
                  <a:schemeClr val="lt1"/>
                </a:solidFill>
                <a:uFillTx/>
                <a:latin typeface="Arial"/>
                <a:ea typeface="DejaVu Sans"/>
              </a:rPr>
              <a:t>избежать лишних обработок</a:t>
            </a:r>
            <a:endParaRPr lang="ru-RU" sz="18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9" name="AutoShape 2"/>
          <p:cNvSpPr/>
          <p:nvPr/>
        </p:nvSpPr>
        <p:spPr>
          <a:xfrm>
            <a:off x="5943600" y="32767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uFillTx/>
              <a:latin typeface="Arial"/>
              <a:ea typeface="DejaVu Sans"/>
            </a:endParaRPr>
          </a:p>
        </p:txBody>
      </p:sp>
      <p:pic>
        <p:nvPicPr>
          <p:cNvPr id="550" name="Рисунок 13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397860" y="4887360"/>
            <a:ext cx="5395320" cy="1811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9DBD53-D02C-B869-04BD-48E09EA4F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720" y="178782"/>
            <a:ext cx="8013960" cy="1378080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Тестирование нейросети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8B9BA2-F257-4847-19A1-4D11E0E7E6A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41720" y="1316576"/>
            <a:ext cx="8013960" cy="4472280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• Проверка корректности входных данных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• Анализ процесса обучения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• Контроль переобучения</a:t>
            </a: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✔ Потери стабильно уменьшались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✔ Разницы между </a:t>
            </a:r>
            <a:r>
              <a:rPr lang="ru-RU" dirty="0" err="1">
                <a:solidFill>
                  <a:schemeClr val="bg1"/>
                </a:solidFill>
              </a:rPr>
              <a:t>train</a:t>
            </a:r>
            <a:r>
              <a:rPr lang="ru-RU" dirty="0">
                <a:solidFill>
                  <a:schemeClr val="bg1"/>
                </a:solidFill>
              </a:rPr>
              <a:t> и </a:t>
            </a:r>
            <a:r>
              <a:rPr lang="ru-RU" dirty="0" err="1">
                <a:solidFill>
                  <a:schemeClr val="bg1"/>
                </a:solidFill>
              </a:rPr>
              <a:t>test</a:t>
            </a:r>
            <a:r>
              <a:rPr lang="ru-RU" dirty="0">
                <a:solidFill>
                  <a:schemeClr val="bg1"/>
                </a:solidFill>
              </a:rPr>
              <a:t> не выявлено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✔ Модель обучается корректно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14550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2283AE-ABE4-9C1B-5A70-DC60A7DBC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Количественная оценка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AB52031-A903-3ED7-4EBC-EEF764A4FE83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1817346429"/>
              </p:ext>
            </p:extLst>
          </p:nvPr>
        </p:nvGraphicFramePr>
        <p:xfrm>
          <a:off x="2241980" y="3429000"/>
          <a:ext cx="8013700" cy="1097280"/>
        </p:xfrm>
        <a:graphic>
          <a:graphicData uri="http://schemas.openxmlformats.org/drawingml/2006/table">
            <a:tbl>
              <a:tblPr/>
              <a:tblGrid>
                <a:gridCol w="4006850">
                  <a:extLst>
                    <a:ext uri="{9D8B030D-6E8A-4147-A177-3AD203B41FA5}">
                      <a16:colId xmlns:a16="http://schemas.microsoft.com/office/drawing/2014/main" val="342001419"/>
                    </a:ext>
                  </a:extLst>
                </a:gridCol>
                <a:gridCol w="4006850">
                  <a:extLst>
                    <a:ext uri="{9D8B030D-6E8A-4147-A177-3AD203B41FA5}">
                      <a16:colId xmlns:a16="http://schemas.microsoft.com/office/drawing/2014/main" val="28548962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chemeClr val="bg1"/>
                          </a:solidFill>
                        </a:rPr>
                        <a:t>Метод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</a:rPr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976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Пороговый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chemeClr val="bg1"/>
                          </a:solidFill>
                        </a:rPr>
                        <a:t>0.71 – 0.76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292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Нейросеть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0.87 – 0.92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58637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759B889-747C-D1AC-D1F4-5C0F0EB95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3569" y="1444320"/>
            <a:ext cx="616486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Метрики качества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Micro F1-score: 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0.87 – 0.92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Hamming Loss: 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0.08 – 0.12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Сравнение с базовым алгоритмом: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📈 +15–18% точности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📉 Ошибки снижены почти в 2 раза</a:t>
            </a:r>
          </a:p>
        </p:txBody>
      </p:sp>
    </p:spTree>
    <p:extLst>
      <p:ext uri="{BB962C8B-B14F-4D97-AF65-F5344CB8AC3E}">
        <p14:creationId xmlns:p14="http://schemas.microsoft.com/office/powerpoint/2010/main" val="20646232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9B81C3-928C-507D-DF64-2B1B46752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Тестирование маршрута трактора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E7D4F1-3FB7-C35E-A609-839B970606F6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• Полное покрытие поля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• Отсутствие повторных посещений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• Минимизация разворотов</a:t>
            </a:r>
          </a:p>
          <a:p>
            <a:r>
              <a:rPr lang="ru-RU" dirty="0">
                <a:solidFill>
                  <a:schemeClr val="bg1"/>
                </a:solidFill>
              </a:rPr>
              <a:t>100% покрытие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Нет пропусков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bg1"/>
                </a:solidFill>
              </a:rPr>
              <a:t>Гипотеза подтверждена</a:t>
            </a:r>
            <a:endParaRPr lang="ru-RU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Интеллектуальная система формирует более эффективный план обработки поля.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9013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3B24B1-9466-95A0-59ED-3DDA12636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Продвижение проекта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7CAA7772-2469-ACF0-20F0-535A7F1C07C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41720" y="1444320"/>
            <a:ext cx="7197702" cy="262124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Презентация проекта в рамках образовательных и научных мероприятий</a:t>
            </a:r>
          </a:p>
          <a:p>
            <a:endParaRPr lang="ru-RU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Поиск партнёров среди агропредприятий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</a:rPr>
              <a:t>Дальнейшее развитие функционала на основе обратной связи пользователей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1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7813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Прямоугольник: скругленные углы 16"/>
          <p:cNvSpPr/>
          <p:nvPr/>
        </p:nvSpPr>
        <p:spPr>
          <a:xfrm>
            <a:off x="6435000" y="4320000"/>
            <a:ext cx="4041000" cy="253692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552" name="Прямоугольник: скругленные углы 3"/>
          <p:cNvSpPr/>
          <p:nvPr/>
        </p:nvSpPr>
        <p:spPr>
          <a:xfrm>
            <a:off x="2053800" y="1367280"/>
            <a:ext cx="1833480" cy="1417680"/>
          </a:xfrm>
          <a:prstGeom prst="roundRect">
            <a:avLst>
              <a:gd name="adj" fmla="val 16667"/>
            </a:avLst>
          </a:prstGeom>
          <a:solidFill>
            <a:srgbClr val="44546A"/>
          </a:solidFill>
          <a:ln w="12600">
            <a:solidFill>
              <a:srgbClr val="44546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uFillTx/>
              <a:latin typeface="Calibri"/>
              <a:ea typeface="DejaVu Sans"/>
            </a:endParaRPr>
          </a:p>
        </p:txBody>
      </p:sp>
      <p:sp>
        <p:nvSpPr>
          <p:cNvPr id="553" name="PlaceHolder 1"/>
          <p:cNvSpPr>
            <a:spLocks noGrp="1"/>
          </p:cNvSpPr>
          <p:nvPr>
            <p:ph type="title"/>
          </p:nvPr>
        </p:nvSpPr>
        <p:spPr>
          <a:xfrm>
            <a:off x="2241720" y="66240"/>
            <a:ext cx="8013960" cy="137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lt1"/>
                </a:solidFill>
                <a:uFillTx/>
                <a:latin typeface="Arial"/>
                <a:ea typeface="DejaVu Sans"/>
              </a:rPr>
              <a:t>Итоги и перспективы </a:t>
            </a:r>
            <a:endParaRPr lang="ru-RU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4" name="TextBox 4"/>
          <p:cNvSpPr/>
          <p:nvPr/>
        </p:nvSpPr>
        <p:spPr>
          <a:xfrm>
            <a:off x="2155320" y="1427400"/>
            <a:ext cx="837504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6480" indent="-6480" defTabSz="914400">
              <a:lnSpc>
                <a:spcPct val="112000"/>
              </a:lnSpc>
              <a:spcAft>
                <a:spcPts val="1261"/>
              </a:spcAft>
              <a:tabLst>
                <a:tab pos="0" algn="l"/>
              </a:tabLst>
            </a:pPr>
            <a:r>
              <a:rPr lang="ru-RU" sz="1800" b="0" u="none" strike="noStrike">
                <a:solidFill>
                  <a:schemeClr val="lt1"/>
                </a:solidFill>
                <a:uFillTx/>
                <a:latin typeface="Arial"/>
                <a:ea typeface="Calibri"/>
              </a:rPr>
              <a:t>В результате работы был создан программный прототип интеллектуальной системы автоматизации сельскохозяйственных процессов. </a:t>
            </a:r>
            <a:endParaRPr lang="ru-RU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5" name="TextBox 6"/>
          <p:cNvSpPr/>
          <p:nvPr/>
        </p:nvSpPr>
        <p:spPr>
          <a:xfrm>
            <a:off x="3859560" y="2435040"/>
            <a:ext cx="496620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2000" b="0" u="none" strike="noStrike">
                <a:solidFill>
                  <a:schemeClr val="lt1"/>
                </a:solidFill>
                <a:uFillTx/>
                <a:latin typeface="Arial"/>
                <a:ea typeface="Calibri"/>
              </a:rPr>
              <a:t>Проект может быть расширен за счёт:</a:t>
            </a:r>
            <a:endParaRPr lang="ru-RU" sz="2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6" name="Прямоугольник: скругленные углы 8"/>
          <p:cNvSpPr/>
          <p:nvPr/>
        </p:nvSpPr>
        <p:spPr>
          <a:xfrm>
            <a:off x="2109600" y="3284640"/>
            <a:ext cx="2624400" cy="11142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800" b="0" u="none" strike="noStrike" dirty="0">
                <a:solidFill>
                  <a:schemeClr val="lt1"/>
                </a:solidFill>
                <a:uFillTx/>
                <a:latin typeface="Arial"/>
                <a:ea typeface="DejaVu Sans"/>
              </a:rPr>
              <a:t>Использования прогнозов погоды</a:t>
            </a:r>
            <a:endParaRPr lang="ru-RU" sz="18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57" name="Прямоугольник: скругленные углы 10"/>
          <p:cNvSpPr/>
          <p:nvPr/>
        </p:nvSpPr>
        <p:spPr>
          <a:xfrm>
            <a:off x="7951320" y="3245760"/>
            <a:ext cx="2334960" cy="11142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uFillTx/>
                <a:latin typeface="Arial"/>
                <a:ea typeface="DejaVu Sans"/>
              </a:rPr>
              <a:t>Добавления новых параметров и действий</a:t>
            </a:r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58" name="Прямоугольник: скругленные углы 11"/>
          <p:cNvSpPr/>
          <p:nvPr/>
        </p:nvSpPr>
        <p:spPr>
          <a:xfrm>
            <a:off x="4882680" y="3454200"/>
            <a:ext cx="2913840" cy="77472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uFillTx/>
                <a:latin typeface="Arial"/>
                <a:ea typeface="DejaVu Sans"/>
              </a:rPr>
              <a:t>Подключения реальных дронов и техники</a:t>
            </a:r>
            <a:endParaRPr lang="ru-RU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559" name="Прямая со стрелкой 13"/>
          <p:cNvCxnSpPr>
            <a:stCxn id="555" idx="2"/>
            <a:endCxn id="556" idx="0"/>
          </p:cNvCxnSpPr>
          <p:nvPr/>
        </p:nvCxnSpPr>
        <p:spPr>
          <a:xfrm flipH="1">
            <a:off x="3421800" y="2829600"/>
            <a:ext cx="2921040" cy="455400"/>
          </a:xfrm>
          <a:prstGeom prst="straightConnector1">
            <a:avLst/>
          </a:prstGeom>
          <a:ln w="0">
            <a:solidFill>
              <a:srgbClr val="FFFFFF"/>
            </a:solidFill>
            <a:tailEnd type="triangle" w="med" len="med"/>
          </a:ln>
        </p:spPr>
      </p:cxnSp>
      <p:cxnSp>
        <p:nvCxnSpPr>
          <p:cNvPr id="560" name="Прямая со стрелкой 18"/>
          <p:cNvCxnSpPr>
            <a:stCxn id="555" idx="2"/>
            <a:endCxn id="558" idx="0"/>
          </p:cNvCxnSpPr>
          <p:nvPr/>
        </p:nvCxnSpPr>
        <p:spPr>
          <a:xfrm flipH="1">
            <a:off x="6339600" y="2829600"/>
            <a:ext cx="3240" cy="624960"/>
          </a:xfrm>
          <a:prstGeom prst="straightConnector1">
            <a:avLst/>
          </a:prstGeom>
          <a:ln w="0">
            <a:solidFill>
              <a:srgbClr val="FFFFFF"/>
            </a:solidFill>
            <a:tailEnd type="triangle" w="med" len="med"/>
          </a:ln>
        </p:spPr>
      </p:cxnSp>
      <p:cxnSp>
        <p:nvCxnSpPr>
          <p:cNvPr id="561" name="Прямая со стрелкой 24"/>
          <p:cNvCxnSpPr>
            <a:stCxn id="555" idx="2"/>
            <a:endCxn id="557" idx="0"/>
          </p:cNvCxnSpPr>
          <p:nvPr/>
        </p:nvCxnSpPr>
        <p:spPr>
          <a:xfrm>
            <a:off x="6342480" y="2829600"/>
            <a:ext cx="2776680" cy="416520"/>
          </a:xfrm>
          <a:prstGeom prst="straightConnector1">
            <a:avLst/>
          </a:prstGeom>
          <a:ln w="0">
            <a:solidFill>
              <a:srgbClr val="FFFFFF"/>
            </a:solidFill>
            <a:tailEnd type="triangle" w="med" len="med"/>
          </a:ln>
        </p:spPr>
      </p:cxnSp>
      <p:pic>
        <p:nvPicPr>
          <p:cNvPr id="562" name="Рисунок 30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155320" y="4507200"/>
            <a:ext cx="3345840" cy="222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3" name="Picture 4" descr="Picture background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624360" y="4467960"/>
            <a:ext cx="3516120" cy="22413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81DBA9-F140-0B6B-DF27-EF7F19C9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Переход на сайт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E7DE53-010F-1930-F809-14E4AD0B804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7251" y="1489834"/>
            <a:ext cx="4502005" cy="45020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B8E3BF-0B1F-C3B7-F9F1-AD02554A1E8C}"/>
              </a:ext>
            </a:extLst>
          </p:cNvPr>
          <p:cNvSpPr txBox="1"/>
          <p:nvPr/>
        </p:nvSpPr>
        <p:spPr>
          <a:xfrm>
            <a:off x="2385302" y="6245096"/>
            <a:ext cx="6922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https://agro-automation.streamlit.app/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2824116740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GO">
  <a:themeElements>
    <a:clrScheme name="PGO - Diagonal Dynamic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1C514"/>
      </a:accent1>
      <a:accent2>
        <a:srgbClr val="7CAE3D"/>
      </a:accent2>
      <a:accent3>
        <a:srgbClr val="31A051"/>
      </a:accent3>
      <a:accent4>
        <a:srgbClr val="007D6B"/>
      </a:accent4>
      <a:accent5>
        <a:srgbClr val="05698A"/>
      </a:accent5>
      <a:accent6>
        <a:srgbClr val="21ABC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esentationGO">
  <a:themeElements>
    <a:clrScheme name="PGO - Diagonal Dynamic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1C514"/>
      </a:accent1>
      <a:accent2>
        <a:srgbClr val="7CAE3D"/>
      </a:accent2>
      <a:accent3>
        <a:srgbClr val="31A051"/>
      </a:accent3>
      <a:accent4>
        <a:srgbClr val="007D6B"/>
      </a:accent4>
      <a:accent5>
        <a:srgbClr val="05698A"/>
      </a:accent5>
      <a:accent6>
        <a:srgbClr val="21ABC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resentationGO">
  <a:themeElements>
    <a:clrScheme name="PGO - Diagonal Dynamic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1C514"/>
      </a:accent1>
      <a:accent2>
        <a:srgbClr val="7CAE3D"/>
      </a:accent2>
      <a:accent3>
        <a:srgbClr val="31A051"/>
      </a:accent3>
      <a:accent4>
        <a:srgbClr val="007D6B"/>
      </a:accent4>
      <a:accent5>
        <a:srgbClr val="05698A"/>
      </a:accent5>
      <a:accent6>
        <a:srgbClr val="21ABC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PresentationGO">
  <a:themeElements>
    <a:clrScheme name="PGO - Diagonal Dynamic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1C514"/>
      </a:accent1>
      <a:accent2>
        <a:srgbClr val="7CAE3D"/>
      </a:accent2>
      <a:accent3>
        <a:srgbClr val="31A051"/>
      </a:accent3>
      <a:accent4>
        <a:srgbClr val="007D6B"/>
      </a:accent4>
      <a:accent5>
        <a:srgbClr val="05698A"/>
      </a:accent5>
      <a:accent6>
        <a:srgbClr val="21ABC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PresentationGO">
  <a:themeElements>
    <a:clrScheme name="PGO - Diagonal Dynamic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1C514"/>
      </a:accent1>
      <a:accent2>
        <a:srgbClr val="7CAE3D"/>
      </a:accent2>
      <a:accent3>
        <a:srgbClr val="31A051"/>
      </a:accent3>
      <a:accent4>
        <a:srgbClr val="007D6B"/>
      </a:accent4>
      <a:accent5>
        <a:srgbClr val="05698A"/>
      </a:accent5>
      <a:accent6>
        <a:srgbClr val="21ABC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PresentationGO">
  <a:themeElements>
    <a:clrScheme name="PGO - Diagonal Dynamic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1C514"/>
      </a:accent1>
      <a:accent2>
        <a:srgbClr val="7CAE3D"/>
      </a:accent2>
      <a:accent3>
        <a:srgbClr val="31A051"/>
      </a:accent3>
      <a:accent4>
        <a:srgbClr val="007D6B"/>
      </a:accent4>
      <a:accent5>
        <a:srgbClr val="05698A"/>
      </a:accent5>
      <a:accent6>
        <a:srgbClr val="21ABC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PresentationGO">
  <a:themeElements>
    <a:clrScheme name="PGO - Diagonal Dynamic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1C514"/>
      </a:accent1>
      <a:accent2>
        <a:srgbClr val="7CAE3D"/>
      </a:accent2>
      <a:accent3>
        <a:srgbClr val="31A051"/>
      </a:accent3>
      <a:accent4>
        <a:srgbClr val="007D6B"/>
      </a:accent4>
      <a:accent5>
        <a:srgbClr val="05698A"/>
      </a:accent5>
      <a:accent6>
        <a:srgbClr val="21ABC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PresentationGO">
  <a:themeElements>
    <a:clrScheme name="PGO - Diagonal Dynamic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1C514"/>
      </a:accent1>
      <a:accent2>
        <a:srgbClr val="7CAE3D"/>
      </a:accent2>
      <a:accent3>
        <a:srgbClr val="31A051"/>
      </a:accent3>
      <a:accent4>
        <a:srgbClr val="007D6B"/>
      </a:accent4>
      <a:accent5>
        <a:srgbClr val="05698A"/>
      </a:accent5>
      <a:accent6>
        <a:srgbClr val="21ABC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PresentationGO">
  <a:themeElements>
    <a:clrScheme name="PGO - Diagonal Dynamic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1C514"/>
      </a:accent1>
      <a:accent2>
        <a:srgbClr val="7CAE3D"/>
      </a:accent2>
      <a:accent3>
        <a:srgbClr val="31A051"/>
      </a:accent3>
      <a:accent4>
        <a:srgbClr val="007D6B"/>
      </a:accent4>
      <a:accent5>
        <a:srgbClr val="05698A"/>
      </a:accent5>
      <a:accent6>
        <a:srgbClr val="21ABC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PresentationGO">
  <a:themeElements>
    <a:clrScheme name="PGO - Diagonal Dynamic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1C514"/>
      </a:accent1>
      <a:accent2>
        <a:srgbClr val="7CAE3D"/>
      </a:accent2>
      <a:accent3>
        <a:srgbClr val="31A051"/>
      </a:accent3>
      <a:accent4>
        <a:srgbClr val="007D6B"/>
      </a:accent4>
      <a:accent5>
        <a:srgbClr val="05698A"/>
      </a:accent5>
      <a:accent6>
        <a:srgbClr val="21ABC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PresentationGO">
  <a:themeElements>
    <a:clrScheme name="PGO - Diagonal Dynamic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1C514"/>
      </a:accent1>
      <a:accent2>
        <a:srgbClr val="7CAE3D"/>
      </a:accent2>
      <a:accent3>
        <a:srgbClr val="31A051"/>
      </a:accent3>
      <a:accent4>
        <a:srgbClr val="007D6B"/>
      </a:accent4>
      <a:accent5>
        <a:srgbClr val="05698A"/>
      </a:accent5>
      <a:accent6>
        <a:srgbClr val="21ABC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Designed by PresentationG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PresentationGO">
  <a:themeElements>
    <a:clrScheme name="PGO - Diagonal Dynamic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1C514"/>
      </a:accent1>
      <a:accent2>
        <a:srgbClr val="7CAE3D"/>
      </a:accent2>
      <a:accent3>
        <a:srgbClr val="31A051"/>
      </a:accent3>
      <a:accent4>
        <a:srgbClr val="007D6B"/>
      </a:accent4>
      <a:accent5>
        <a:srgbClr val="05698A"/>
      </a:accent5>
      <a:accent6>
        <a:srgbClr val="21ABC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PresentationGO">
  <a:themeElements>
    <a:clrScheme name="PGO - Diagonal Dynamic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1C514"/>
      </a:accent1>
      <a:accent2>
        <a:srgbClr val="7CAE3D"/>
      </a:accent2>
      <a:accent3>
        <a:srgbClr val="31A051"/>
      </a:accent3>
      <a:accent4>
        <a:srgbClr val="007D6B"/>
      </a:accent4>
      <a:accent5>
        <a:srgbClr val="05698A"/>
      </a:accent5>
      <a:accent6>
        <a:srgbClr val="21ABC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PresentationGO">
  <a:themeElements>
    <a:clrScheme name="PGO - Diagonal Dynamic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1C514"/>
      </a:accent1>
      <a:accent2>
        <a:srgbClr val="7CAE3D"/>
      </a:accent2>
      <a:accent3>
        <a:srgbClr val="31A051"/>
      </a:accent3>
      <a:accent4>
        <a:srgbClr val="007D6B"/>
      </a:accent4>
      <a:accent5>
        <a:srgbClr val="05698A"/>
      </a:accent5>
      <a:accent6>
        <a:srgbClr val="21ABC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PresentationGO">
  <a:themeElements>
    <a:clrScheme name="PGO - Diagonal Dynamic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1C514"/>
      </a:accent1>
      <a:accent2>
        <a:srgbClr val="7CAE3D"/>
      </a:accent2>
      <a:accent3>
        <a:srgbClr val="31A051"/>
      </a:accent3>
      <a:accent4>
        <a:srgbClr val="007D6B"/>
      </a:accent4>
      <a:accent5>
        <a:srgbClr val="05698A"/>
      </a:accent5>
      <a:accent6>
        <a:srgbClr val="21ABC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PresentationGO">
  <a:themeElements>
    <a:clrScheme name="PGO - Diagonal Dynamic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1C514"/>
      </a:accent1>
      <a:accent2>
        <a:srgbClr val="7CAE3D"/>
      </a:accent2>
      <a:accent3>
        <a:srgbClr val="31A051"/>
      </a:accent3>
      <a:accent4>
        <a:srgbClr val="007D6B"/>
      </a:accent4>
      <a:accent5>
        <a:srgbClr val="05698A"/>
      </a:accent5>
      <a:accent6>
        <a:srgbClr val="21ABC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dynamic-diagonals</Template>
  <TotalTime>599</TotalTime>
  <Words>884</Words>
  <Application>Microsoft Office PowerPoint</Application>
  <PresentationFormat>Широкоэкранный</PresentationFormat>
  <Paragraphs>136</Paragraphs>
  <Slides>27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17</vt:i4>
      </vt:variant>
      <vt:variant>
        <vt:lpstr>Заголовки слайдов</vt:lpstr>
      </vt:variant>
      <vt:variant>
        <vt:i4>27</vt:i4>
      </vt:variant>
    </vt:vector>
  </HeadingPairs>
  <TitlesOfParts>
    <vt:vector size="53" baseType="lpstr">
      <vt:lpstr>Arial</vt:lpstr>
      <vt:lpstr>Calibri</vt:lpstr>
      <vt:lpstr>Calibri Light</vt:lpstr>
      <vt:lpstr>DejaVu Sans</vt:lpstr>
      <vt:lpstr>Open Sans</vt:lpstr>
      <vt:lpstr>Symbol</vt:lpstr>
      <vt:lpstr>Times New Roman</vt:lpstr>
      <vt:lpstr>TimesNewRoman</vt:lpstr>
      <vt:lpstr>Wingdings</vt:lpstr>
      <vt:lpstr>PresentationGO</vt:lpstr>
      <vt:lpstr>PresentationGO</vt:lpstr>
      <vt:lpstr>PresentationGO</vt:lpstr>
      <vt:lpstr>PresentationGO</vt:lpstr>
      <vt:lpstr>PresentationGO</vt:lpstr>
      <vt:lpstr>PresentationGO</vt:lpstr>
      <vt:lpstr>PresentationGO</vt:lpstr>
      <vt:lpstr>PresentationGO</vt:lpstr>
      <vt:lpstr>PresentationGO</vt:lpstr>
      <vt:lpstr>PresentationGO</vt:lpstr>
      <vt:lpstr>PresentationGO</vt:lpstr>
      <vt:lpstr>Designed by PresentationGO</vt:lpstr>
      <vt:lpstr>PresentationGO</vt:lpstr>
      <vt:lpstr>PresentationGO</vt:lpstr>
      <vt:lpstr>PresentationGO</vt:lpstr>
      <vt:lpstr>PresentationGO</vt:lpstr>
      <vt:lpstr>PresentationGO</vt:lpstr>
      <vt:lpstr>Государственное бюджетное общеобразовательное учреждение города Москвы «Школа № 67»</vt:lpstr>
      <vt:lpstr>Введение</vt:lpstr>
      <vt:lpstr>Проблема</vt:lpstr>
      <vt:lpstr>Актуальность, обоснование темы</vt:lpstr>
      <vt:lpstr>Цель и задачи проекта</vt:lpstr>
      <vt:lpstr>Цель и задачи проекта</vt:lpstr>
      <vt:lpstr>Цель и задачи проекта</vt:lpstr>
      <vt:lpstr>Цель и задачи проекта</vt:lpstr>
      <vt:lpstr>Цель и задачи проекта</vt:lpstr>
      <vt:lpstr>Общая архитектура системы</vt:lpstr>
      <vt:lpstr>Презентация PowerPoint</vt:lpstr>
      <vt:lpstr>Общая архитектура системы</vt:lpstr>
      <vt:lpstr>Общая архитектура системы</vt:lpstr>
      <vt:lpstr>Нейросеть и данные</vt:lpstr>
      <vt:lpstr>Нейросеть и данные</vt:lpstr>
      <vt:lpstr>Технологии для разработки</vt:lpstr>
      <vt:lpstr>Практическая часть</vt:lpstr>
      <vt:lpstr>Практическая часть</vt:lpstr>
      <vt:lpstr>Практическая часть</vt:lpstr>
      <vt:lpstr>Модель карты действий</vt:lpstr>
      <vt:lpstr>Маршрутизация автономного трактора</vt:lpstr>
      <vt:lpstr>Тестирование нейросети</vt:lpstr>
      <vt:lpstr>Количественная оценка</vt:lpstr>
      <vt:lpstr>Тестирование маршрута трактора</vt:lpstr>
      <vt:lpstr>Продвижение проекта</vt:lpstr>
      <vt:lpstr>Итоги и перспективы </vt:lpstr>
      <vt:lpstr>Переход на сайт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Государственное бюджетное общеобразовательное учреждение города Москвы «Школа № 67»</dc:title>
  <dc:subject/>
  <dc:creator>user</dc:creator>
  <dc:description/>
  <cp:lastModifiedBy>Андрей Балановский</cp:lastModifiedBy>
  <cp:revision>45</cp:revision>
  <dcterms:created xsi:type="dcterms:W3CDTF">2025-12-10T15:21:06Z</dcterms:created>
  <dcterms:modified xsi:type="dcterms:W3CDTF">2026-02-28T16:56:56Z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18</vt:i4>
  </property>
</Properties>
</file>